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19" r:id="rId1"/>
  </p:sldMasterIdLst>
  <p:notesMasterIdLst>
    <p:notesMasterId r:id="rId24"/>
  </p:notesMasterIdLst>
  <p:sldIdLst>
    <p:sldId id="256" r:id="rId2"/>
    <p:sldId id="259" r:id="rId3"/>
    <p:sldId id="258" r:id="rId4"/>
    <p:sldId id="257" r:id="rId5"/>
    <p:sldId id="260" r:id="rId6"/>
    <p:sldId id="261" r:id="rId7"/>
    <p:sldId id="263" r:id="rId8"/>
    <p:sldId id="268" r:id="rId9"/>
    <p:sldId id="265" r:id="rId10"/>
    <p:sldId id="273" r:id="rId11"/>
    <p:sldId id="274" r:id="rId12"/>
    <p:sldId id="275" r:id="rId13"/>
    <p:sldId id="276" r:id="rId14"/>
    <p:sldId id="280" r:id="rId15"/>
    <p:sldId id="281" r:id="rId16"/>
    <p:sldId id="282" r:id="rId17"/>
    <p:sldId id="283" r:id="rId18"/>
    <p:sldId id="271" r:id="rId19"/>
    <p:sldId id="266" r:id="rId20"/>
    <p:sldId id="269" r:id="rId21"/>
    <p:sldId id="272" r:id="rId22"/>
    <p:sldId id="267" r:id="rId2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55" d="100"/>
          <a:sy n="55" d="100"/>
        </p:scale>
        <p:origin x="1096" y="2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DC75D1A-0926-4902-8AA4-5B9AA33AB95D}" type="datetimeFigureOut">
              <a:rPr lang="en-IN" smtClean="0"/>
              <a:t>02-07-2026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7E1C777-5886-4CE8-BE2D-228B3BC36DFB}" type="slidenum">
              <a:rPr lang="en-IN" smtClean="0"/>
              <a:t>‹#›</a:t>
            </a:fld>
            <a:endParaRPr lang="en-IN"/>
          </a:p>
        </p:txBody>
      </p:sp>
    </p:spTree>
    <p:extLst>
      <p:ext uri="{BB962C8B-B14F-4D97-AF65-F5344CB8AC3E}">
        <p14:creationId xmlns:p14="http://schemas.microsoft.com/office/powerpoint/2010/main" val="175237008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87E1C777-5886-4CE8-BE2D-228B3BC36DFB}" type="slidenum">
              <a:rPr lang="en-IN" smtClean="0"/>
              <a:t>1</a:t>
            </a:fld>
            <a:endParaRPr lang="en-IN"/>
          </a:p>
        </p:txBody>
      </p:sp>
    </p:spTree>
    <p:extLst>
      <p:ext uri="{BB962C8B-B14F-4D97-AF65-F5344CB8AC3E}">
        <p14:creationId xmlns:p14="http://schemas.microsoft.com/office/powerpoint/2010/main" val="116282384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87E1C777-5886-4CE8-BE2D-228B3BC36DFB}" type="slidenum">
              <a:rPr lang="en-IN" smtClean="0"/>
              <a:t>9</a:t>
            </a:fld>
            <a:endParaRPr lang="en-IN"/>
          </a:p>
        </p:txBody>
      </p:sp>
    </p:spTree>
    <p:extLst>
      <p:ext uri="{BB962C8B-B14F-4D97-AF65-F5344CB8AC3E}">
        <p14:creationId xmlns:p14="http://schemas.microsoft.com/office/powerpoint/2010/main" val="228977382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11" name="Freeform 6"/>
          <p:cNvSpPr/>
          <p:nvPr/>
        </p:nvSpPr>
        <p:spPr bwMode="auto">
          <a:xfrm>
            <a:off x="0" y="-3175"/>
            <a:ext cx="12192000" cy="5203825"/>
          </a:xfrm>
          <a:custGeom>
            <a:avLst/>
            <a:gdLst/>
            <a:ahLst/>
            <a:cxnLst/>
            <a:rect l="0" t="0" r="r" b="b"/>
            <a:pathLst>
              <a:path w="5760" h="3278">
                <a:moveTo>
                  <a:pt x="5760" y="0"/>
                </a:moveTo>
                <a:lnTo>
                  <a:pt x="0" y="0"/>
                </a:lnTo>
                <a:lnTo>
                  <a:pt x="0" y="3090"/>
                </a:lnTo>
                <a:lnTo>
                  <a:pt x="943" y="3090"/>
                </a:lnTo>
                <a:lnTo>
                  <a:pt x="1123" y="3270"/>
                </a:lnTo>
                <a:lnTo>
                  <a:pt x="1123" y="3270"/>
                </a:lnTo>
                <a:lnTo>
                  <a:pt x="1127" y="3272"/>
                </a:lnTo>
                <a:lnTo>
                  <a:pt x="1133" y="3275"/>
                </a:lnTo>
                <a:lnTo>
                  <a:pt x="1139" y="3278"/>
                </a:lnTo>
                <a:lnTo>
                  <a:pt x="1144" y="3278"/>
                </a:lnTo>
                <a:lnTo>
                  <a:pt x="1150" y="3278"/>
                </a:lnTo>
                <a:lnTo>
                  <a:pt x="1155" y="3275"/>
                </a:lnTo>
                <a:lnTo>
                  <a:pt x="1161" y="3272"/>
                </a:lnTo>
                <a:lnTo>
                  <a:pt x="1165" y="3270"/>
                </a:lnTo>
                <a:lnTo>
                  <a:pt x="1345" y="3090"/>
                </a:lnTo>
                <a:lnTo>
                  <a:pt x="5760" y="3090"/>
                </a:lnTo>
                <a:lnTo>
                  <a:pt x="5760" y="0"/>
                </a:lnTo>
                <a:close/>
              </a:path>
            </a:pathLst>
          </a:custGeom>
          <a:ln/>
          <a:effectLst/>
          <a:extLst>
            <a:ext uri="{91240B29-F687-4f45-9708-019B960494DF}">
              <a14:hiddenLine xmlns:a14="http://schemas.microsoft.com/office/drawing/2010/main" xmlns="" w="9525">
                <a:solidFill>
                  <a:srgbClr val="000000"/>
                </a:solidFill>
                <a:round/>
                <a:headEnd/>
                <a:tailEnd/>
              </a14:hiddenLine>
            </a:ext>
          </a:ex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ctrTitle"/>
          </p:nvPr>
        </p:nvSpPr>
        <p:spPr>
          <a:xfrm>
            <a:off x="810001" y="1449147"/>
            <a:ext cx="10572000" cy="2971051"/>
          </a:xfrm>
        </p:spPr>
        <p:txBody>
          <a:bodyPr/>
          <a:lstStyle>
            <a:lvl1pPr>
              <a:defRPr sz="5400"/>
            </a:lvl1pPr>
          </a:lstStyle>
          <a:p>
            <a:r>
              <a:rPr lang="en-US"/>
              <a:t>Click to edit Master title style</a:t>
            </a:r>
            <a:endParaRPr lang="en-US" dirty="0"/>
          </a:p>
        </p:txBody>
      </p:sp>
      <p:sp>
        <p:nvSpPr>
          <p:cNvPr id="3" name="Subtitle 2"/>
          <p:cNvSpPr>
            <a:spLocks noGrp="1"/>
          </p:cNvSpPr>
          <p:nvPr>
            <p:ph type="subTitle" idx="1"/>
          </p:nvPr>
        </p:nvSpPr>
        <p:spPr>
          <a:xfrm>
            <a:off x="810001" y="5280847"/>
            <a:ext cx="10572000" cy="434974"/>
          </a:xfrm>
        </p:spPr>
        <p:txBody>
          <a:bodyPr anchor="t"/>
          <a:lstStyle>
            <a:lvl1pPr marL="0" indent="0" algn="l">
              <a:buNone/>
              <a:defRPr>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64FE9220-C87F-4D25-814D-26A52017856F}" type="datetimeFigureOut">
              <a:rPr lang="en-IN" smtClean="0"/>
              <a:t>02-07-2026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CD636479-45FA-4393-BC47-70A1C5BA8267}" type="slidenum">
              <a:rPr lang="en-IN" smtClean="0"/>
              <a:t>‹#›</a:t>
            </a:fld>
            <a:endParaRPr lang="en-IN"/>
          </a:p>
        </p:txBody>
      </p:sp>
    </p:spTree>
    <p:extLst>
      <p:ext uri="{BB962C8B-B14F-4D97-AF65-F5344CB8AC3E}">
        <p14:creationId xmlns:p14="http://schemas.microsoft.com/office/powerpoint/2010/main" val="135706987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11" name="Freeform 6"/>
          <p:cNvSpPr/>
          <p:nvPr/>
        </p:nvSpPr>
        <p:spPr bwMode="auto">
          <a:xfrm>
            <a:off x="0" y="0"/>
            <a:ext cx="12192000" cy="2185988"/>
          </a:xfrm>
          <a:custGeom>
            <a:avLst/>
            <a:gdLst/>
            <a:ahLst/>
            <a:cxnLst/>
            <a:rect l="0" t="0" r="r" b="b"/>
            <a:pathLst>
              <a:path w="5760" h="1377">
                <a:moveTo>
                  <a:pt x="5760" y="0"/>
                </a:moveTo>
                <a:lnTo>
                  <a:pt x="0" y="0"/>
                </a:lnTo>
                <a:lnTo>
                  <a:pt x="0" y="1189"/>
                </a:lnTo>
                <a:lnTo>
                  <a:pt x="943" y="1189"/>
                </a:lnTo>
                <a:lnTo>
                  <a:pt x="1123" y="1369"/>
                </a:lnTo>
                <a:lnTo>
                  <a:pt x="1123" y="1369"/>
                </a:lnTo>
                <a:lnTo>
                  <a:pt x="1127" y="1371"/>
                </a:lnTo>
                <a:lnTo>
                  <a:pt x="1133" y="1374"/>
                </a:lnTo>
                <a:lnTo>
                  <a:pt x="1139" y="1377"/>
                </a:lnTo>
                <a:lnTo>
                  <a:pt x="1144" y="1377"/>
                </a:lnTo>
                <a:lnTo>
                  <a:pt x="1150" y="1377"/>
                </a:lnTo>
                <a:lnTo>
                  <a:pt x="1155" y="1374"/>
                </a:lnTo>
                <a:lnTo>
                  <a:pt x="1161" y="1371"/>
                </a:lnTo>
                <a:lnTo>
                  <a:pt x="1165" y="1369"/>
                </a:lnTo>
                <a:lnTo>
                  <a:pt x="1345" y="1189"/>
                </a:lnTo>
                <a:lnTo>
                  <a:pt x="5760" y="1189"/>
                </a:lnTo>
                <a:lnTo>
                  <a:pt x="5760" y="0"/>
                </a:lnTo>
                <a:close/>
              </a:path>
            </a:pathLst>
          </a:custGeom>
          <a:ln/>
          <a:extLst>
            <a:ext uri="{91240B29-F687-4f45-9708-019B960494DF}">
              <a14:hiddenLine xmlns:a14="http://schemas.microsoft.com/office/drawing/2010/main" xmlns="" w="9525">
                <a:solidFill>
                  <a:srgbClr val="000000"/>
                </a:solidFill>
                <a:round/>
                <a:headEnd/>
                <a:tailEnd/>
              </a14:hiddenLine>
            </a:ext>
          </a:ex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810000" y="447188"/>
            <a:ext cx="10571998" cy="970450"/>
          </a:xfrm>
        </p:spPr>
        <p:txBody>
          <a:bodyPr/>
          <a:lstStyle/>
          <a:p>
            <a:r>
              <a:rPr lang="en-US"/>
              <a:t>Click to edit Master title style</a:t>
            </a:r>
            <a:endParaRPr lang="en-US" dirty="0"/>
          </a:p>
        </p:txBody>
      </p:sp>
      <p:sp>
        <p:nvSpPr>
          <p:cNvPr id="3" name="Content Placeholder 2"/>
          <p:cNvSpPr>
            <a:spLocks noGrp="1"/>
          </p:cNvSpPr>
          <p:nvPr>
            <p:ph idx="1"/>
          </p:nvPr>
        </p:nvSpPr>
        <p:spPr>
          <a:xfrm>
            <a:off x="818712" y="2222287"/>
            <a:ext cx="10554574" cy="363651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4FE9220-C87F-4D25-814D-26A52017856F}" type="datetimeFigureOut">
              <a:rPr lang="en-IN" smtClean="0"/>
              <a:t>02-07-2026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CD636479-45FA-4393-BC47-70A1C5BA8267}" type="slidenum">
              <a:rPr lang="en-IN" smtClean="0"/>
              <a:t>‹#›</a:t>
            </a:fld>
            <a:endParaRPr lang="en-IN"/>
          </a:p>
        </p:txBody>
      </p:sp>
    </p:spTree>
    <p:extLst>
      <p:ext uri="{BB962C8B-B14F-4D97-AF65-F5344CB8AC3E}">
        <p14:creationId xmlns:p14="http://schemas.microsoft.com/office/powerpoint/2010/main" val="185980061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10" name="Freeform 7"/>
          <p:cNvSpPr/>
          <p:nvPr/>
        </p:nvSpPr>
        <p:spPr bwMode="auto">
          <a:xfrm>
            <a:off x="0" y="1"/>
            <a:ext cx="12192000" cy="5203825"/>
          </a:xfrm>
          <a:custGeom>
            <a:avLst/>
            <a:gdLst/>
            <a:ahLst/>
            <a:cxnLst/>
            <a:rect l="0" t="0" r="r" b="b"/>
            <a:pathLst>
              <a:path w="5760" h="3278">
                <a:moveTo>
                  <a:pt x="0" y="0"/>
                </a:moveTo>
                <a:lnTo>
                  <a:pt x="5760" y="0"/>
                </a:lnTo>
                <a:lnTo>
                  <a:pt x="5760" y="3090"/>
                </a:lnTo>
                <a:lnTo>
                  <a:pt x="4817" y="3090"/>
                </a:lnTo>
                <a:lnTo>
                  <a:pt x="4637" y="3270"/>
                </a:lnTo>
                <a:lnTo>
                  <a:pt x="4637" y="3270"/>
                </a:lnTo>
                <a:lnTo>
                  <a:pt x="4633" y="3272"/>
                </a:lnTo>
                <a:lnTo>
                  <a:pt x="4627" y="3275"/>
                </a:lnTo>
                <a:lnTo>
                  <a:pt x="4621" y="3278"/>
                </a:lnTo>
                <a:lnTo>
                  <a:pt x="4616" y="3278"/>
                </a:lnTo>
                <a:lnTo>
                  <a:pt x="4610" y="3278"/>
                </a:lnTo>
                <a:lnTo>
                  <a:pt x="4605" y="3275"/>
                </a:lnTo>
                <a:lnTo>
                  <a:pt x="4599" y="3272"/>
                </a:lnTo>
                <a:lnTo>
                  <a:pt x="4595" y="3270"/>
                </a:lnTo>
                <a:lnTo>
                  <a:pt x="4415" y="3090"/>
                </a:lnTo>
                <a:lnTo>
                  <a:pt x="0" y="3090"/>
                </a:lnTo>
                <a:lnTo>
                  <a:pt x="0" y="0"/>
                </a:lnTo>
                <a:lnTo>
                  <a:pt x="0" y="0"/>
                </a:lnTo>
                <a:close/>
              </a:path>
            </a:pathLst>
          </a:custGeom>
          <a:ln>
            <a:headEnd/>
            <a:tailEnd/>
          </a:ln>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810000" y="2951396"/>
            <a:ext cx="10561418" cy="1468800"/>
          </a:xfrm>
        </p:spPr>
        <p:txBody>
          <a:bodyPr anchor="b"/>
          <a:lstStyle>
            <a:lvl1pPr algn="r">
              <a:defRPr sz="4800" b="1" cap="none"/>
            </a:lvl1pPr>
          </a:lstStyle>
          <a:p>
            <a:r>
              <a:rPr lang="en-US"/>
              <a:t>Click to edit Master title style</a:t>
            </a:r>
            <a:endParaRPr lang="en-US" dirty="0"/>
          </a:p>
        </p:txBody>
      </p:sp>
      <p:sp>
        <p:nvSpPr>
          <p:cNvPr id="3" name="Text Placeholder 2"/>
          <p:cNvSpPr>
            <a:spLocks noGrp="1"/>
          </p:cNvSpPr>
          <p:nvPr>
            <p:ph type="body" idx="1"/>
          </p:nvPr>
        </p:nvSpPr>
        <p:spPr>
          <a:xfrm>
            <a:off x="810000" y="5281201"/>
            <a:ext cx="10561418" cy="433955"/>
          </a:xfrm>
        </p:spPr>
        <p:txBody>
          <a:bodyPr anchor="t">
            <a:noAutofit/>
          </a:bodyPr>
          <a:lstStyle>
            <a:lvl1pPr marL="0" indent="0" algn="r">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64FE9220-C87F-4D25-814D-26A52017856F}" type="datetimeFigureOut">
              <a:rPr lang="en-IN" smtClean="0"/>
              <a:t>02-07-2026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CD636479-45FA-4393-BC47-70A1C5BA8267}" type="slidenum">
              <a:rPr lang="en-IN" smtClean="0"/>
              <a:t>‹#›</a:t>
            </a:fld>
            <a:endParaRPr lang="en-IN"/>
          </a:p>
        </p:txBody>
      </p:sp>
    </p:spTree>
    <p:extLst>
      <p:ext uri="{BB962C8B-B14F-4D97-AF65-F5344CB8AC3E}">
        <p14:creationId xmlns:p14="http://schemas.microsoft.com/office/powerpoint/2010/main" val="231905305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Freeform 6"/>
          <p:cNvSpPr/>
          <p:nvPr/>
        </p:nvSpPr>
        <p:spPr bwMode="auto">
          <a:xfrm>
            <a:off x="0" y="0"/>
            <a:ext cx="12192000" cy="2185988"/>
          </a:xfrm>
          <a:custGeom>
            <a:avLst/>
            <a:gdLst/>
            <a:ahLst/>
            <a:cxnLst/>
            <a:rect l="0" t="0" r="r" b="b"/>
            <a:pathLst>
              <a:path w="5760" h="1377">
                <a:moveTo>
                  <a:pt x="5760" y="0"/>
                </a:moveTo>
                <a:lnTo>
                  <a:pt x="0" y="0"/>
                </a:lnTo>
                <a:lnTo>
                  <a:pt x="0" y="1189"/>
                </a:lnTo>
                <a:lnTo>
                  <a:pt x="943" y="1189"/>
                </a:lnTo>
                <a:lnTo>
                  <a:pt x="1123" y="1369"/>
                </a:lnTo>
                <a:lnTo>
                  <a:pt x="1123" y="1369"/>
                </a:lnTo>
                <a:lnTo>
                  <a:pt x="1127" y="1371"/>
                </a:lnTo>
                <a:lnTo>
                  <a:pt x="1133" y="1374"/>
                </a:lnTo>
                <a:lnTo>
                  <a:pt x="1139" y="1377"/>
                </a:lnTo>
                <a:lnTo>
                  <a:pt x="1144" y="1377"/>
                </a:lnTo>
                <a:lnTo>
                  <a:pt x="1150" y="1377"/>
                </a:lnTo>
                <a:lnTo>
                  <a:pt x="1155" y="1374"/>
                </a:lnTo>
                <a:lnTo>
                  <a:pt x="1161" y="1371"/>
                </a:lnTo>
                <a:lnTo>
                  <a:pt x="1165" y="1369"/>
                </a:lnTo>
                <a:lnTo>
                  <a:pt x="1345" y="1189"/>
                </a:lnTo>
                <a:lnTo>
                  <a:pt x="5760" y="1189"/>
                </a:lnTo>
                <a:lnTo>
                  <a:pt x="5760" y="0"/>
                </a:lnTo>
                <a:close/>
              </a:path>
            </a:pathLst>
          </a:custGeom>
          <a:ln/>
          <a:extLst>
            <a:ext uri="{91240B29-F687-4f45-9708-019B960494DF}">
              <a14:hiddenLine xmlns:a14="http://schemas.microsoft.com/office/drawing/2010/main" xmlns="" w="9525">
                <a:solidFill>
                  <a:srgbClr val="000000"/>
                </a:solidFill>
                <a:round/>
                <a:headEnd/>
                <a:tailEnd/>
              </a14:hiddenLine>
            </a:ext>
          </a:ex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18712" y="2222287"/>
            <a:ext cx="5185873" cy="3638763"/>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87415" y="2222287"/>
            <a:ext cx="5194583" cy="3638764"/>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64FE9220-C87F-4D25-814D-26A52017856F}" type="datetimeFigureOut">
              <a:rPr lang="en-IN" smtClean="0"/>
              <a:t>02-07-2026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CD636479-45FA-4393-BC47-70A1C5BA8267}" type="slidenum">
              <a:rPr lang="en-IN" smtClean="0"/>
              <a:t>‹#›</a:t>
            </a:fld>
            <a:endParaRPr lang="en-IN"/>
          </a:p>
        </p:txBody>
      </p:sp>
    </p:spTree>
    <p:extLst>
      <p:ext uri="{BB962C8B-B14F-4D97-AF65-F5344CB8AC3E}">
        <p14:creationId xmlns:p14="http://schemas.microsoft.com/office/powerpoint/2010/main" val="232146525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Freeform 6"/>
          <p:cNvSpPr/>
          <p:nvPr/>
        </p:nvSpPr>
        <p:spPr bwMode="auto">
          <a:xfrm>
            <a:off x="0" y="0"/>
            <a:ext cx="12192000" cy="2185988"/>
          </a:xfrm>
          <a:custGeom>
            <a:avLst/>
            <a:gdLst/>
            <a:ahLst/>
            <a:cxnLst/>
            <a:rect l="0" t="0" r="r" b="b"/>
            <a:pathLst>
              <a:path w="5760" h="1377">
                <a:moveTo>
                  <a:pt x="5760" y="0"/>
                </a:moveTo>
                <a:lnTo>
                  <a:pt x="0" y="0"/>
                </a:lnTo>
                <a:lnTo>
                  <a:pt x="0" y="1189"/>
                </a:lnTo>
                <a:lnTo>
                  <a:pt x="943" y="1189"/>
                </a:lnTo>
                <a:lnTo>
                  <a:pt x="1123" y="1369"/>
                </a:lnTo>
                <a:lnTo>
                  <a:pt x="1123" y="1369"/>
                </a:lnTo>
                <a:lnTo>
                  <a:pt x="1127" y="1371"/>
                </a:lnTo>
                <a:lnTo>
                  <a:pt x="1133" y="1374"/>
                </a:lnTo>
                <a:lnTo>
                  <a:pt x="1139" y="1377"/>
                </a:lnTo>
                <a:lnTo>
                  <a:pt x="1144" y="1377"/>
                </a:lnTo>
                <a:lnTo>
                  <a:pt x="1150" y="1377"/>
                </a:lnTo>
                <a:lnTo>
                  <a:pt x="1155" y="1374"/>
                </a:lnTo>
                <a:lnTo>
                  <a:pt x="1161" y="1371"/>
                </a:lnTo>
                <a:lnTo>
                  <a:pt x="1165" y="1369"/>
                </a:lnTo>
                <a:lnTo>
                  <a:pt x="1345" y="1189"/>
                </a:lnTo>
                <a:lnTo>
                  <a:pt x="5760" y="1189"/>
                </a:lnTo>
                <a:lnTo>
                  <a:pt x="5760" y="0"/>
                </a:lnTo>
                <a:close/>
              </a:path>
            </a:pathLst>
          </a:custGeom>
          <a:ln/>
          <a:extLst>
            <a:ext uri="{91240B29-F687-4f45-9708-019B960494DF}">
              <a14:hiddenLine xmlns:a14="http://schemas.microsoft.com/office/drawing/2010/main" xmlns="" w="9525">
                <a:solidFill>
                  <a:srgbClr val="000000"/>
                </a:solidFill>
                <a:round/>
                <a:headEnd/>
                <a:tailEnd/>
              </a14:hiddenLine>
            </a:ext>
          </a:ex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814728" y="2174875"/>
            <a:ext cx="5189857" cy="576262"/>
          </a:xfrm>
        </p:spPr>
        <p:txBody>
          <a:bodyPr anchor="b">
            <a:noAutofit/>
          </a:bodyPr>
          <a:lstStyle>
            <a:lvl1pPr marL="0" indent="0" algn="ctr">
              <a:buNone/>
              <a:defRPr sz="20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14729" y="2751138"/>
            <a:ext cx="5189856" cy="3109913"/>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87415" y="2174875"/>
            <a:ext cx="5194583" cy="576262"/>
          </a:xfrm>
        </p:spPr>
        <p:txBody>
          <a:bodyPr anchor="b">
            <a:noAutofit/>
          </a:bodyPr>
          <a:lstStyle>
            <a:lvl1pPr marL="0" indent="0" algn="ctr">
              <a:buNone/>
              <a:defRPr sz="20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87415" y="2751138"/>
            <a:ext cx="5194583" cy="3109913"/>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64FE9220-C87F-4D25-814D-26A52017856F}" type="datetimeFigureOut">
              <a:rPr lang="en-IN" smtClean="0"/>
              <a:t>02-07-2026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CD636479-45FA-4393-BC47-70A1C5BA8267}" type="slidenum">
              <a:rPr lang="en-IN" smtClean="0"/>
              <a:t>‹#›</a:t>
            </a:fld>
            <a:endParaRPr lang="en-IN"/>
          </a:p>
        </p:txBody>
      </p:sp>
    </p:spTree>
    <p:extLst>
      <p:ext uri="{BB962C8B-B14F-4D97-AF65-F5344CB8AC3E}">
        <p14:creationId xmlns:p14="http://schemas.microsoft.com/office/powerpoint/2010/main" val="210637345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6" name="Freeform 6"/>
          <p:cNvSpPr/>
          <p:nvPr/>
        </p:nvSpPr>
        <p:spPr bwMode="auto">
          <a:xfrm>
            <a:off x="0" y="0"/>
            <a:ext cx="12192000" cy="2185988"/>
          </a:xfrm>
          <a:custGeom>
            <a:avLst/>
            <a:gdLst/>
            <a:ahLst/>
            <a:cxnLst/>
            <a:rect l="0" t="0" r="r" b="b"/>
            <a:pathLst>
              <a:path w="5760" h="1377">
                <a:moveTo>
                  <a:pt x="5760" y="0"/>
                </a:moveTo>
                <a:lnTo>
                  <a:pt x="0" y="0"/>
                </a:lnTo>
                <a:lnTo>
                  <a:pt x="0" y="1189"/>
                </a:lnTo>
                <a:lnTo>
                  <a:pt x="943" y="1189"/>
                </a:lnTo>
                <a:lnTo>
                  <a:pt x="1123" y="1369"/>
                </a:lnTo>
                <a:lnTo>
                  <a:pt x="1123" y="1369"/>
                </a:lnTo>
                <a:lnTo>
                  <a:pt x="1127" y="1371"/>
                </a:lnTo>
                <a:lnTo>
                  <a:pt x="1133" y="1374"/>
                </a:lnTo>
                <a:lnTo>
                  <a:pt x="1139" y="1377"/>
                </a:lnTo>
                <a:lnTo>
                  <a:pt x="1144" y="1377"/>
                </a:lnTo>
                <a:lnTo>
                  <a:pt x="1150" y="1377"/>
                </a:lnTo>
                <a:lnTo>
                  <a:pt x="1155" y="1374"/>
                </a:lnTo>
                <a:lnTo>
                  <a:pt x="1161" y="1371"/>
                </a:lnTo>
                <a:lnTo>
                  <a:pt x="1165" y="1369"/>
                </a:lnTo>
                <a:lnTo>
                  <a:pt x="1345" y="1189"/>
                </a:lnTo>
                <a:lnTo>
                  <a:pt x="5760" y="1189"/>
                </a:lnTo>
                <a:lnTo>
                  <a:pt x="5760" y="0"/>
                </a:lnTo>
                <a:close/>
              </a:path>
            </a:pathLst>
          </a:custGeom>
          <a:ln/>
          <a:extLst>
            <a:ext uri="{91240B29-F687-4f45-9708-019B960494DF}">
              <a14:hiddenLine xmlns:a14="http://schemas.microsoft.com/office/drawing/2010/main" xmlns="" w="9525">
                <a:solidFill>
                  <a:srgbClr val="000000"/>
                </a:solidFill>
                <a:round/>
                <a:headEnd/>
                <a:tailEnd/>
              </a14:hiddenLine>
            </a:ext>
          </a:ex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64FE9220-C87F-4D25-814D-26A52017856F}" type="datetimeFigureOut">
              <a:rPr lang="en-IN" smtClean="0"/>
              <a:t>02-07-2026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CD636479-45FA-4393-BC47-70A1C5BA8267}" type="slidenum">
              <a:rPr lang="en-IN" smtClean="0"/>
              <a:t>‹#›</a:t>
            </a:fld>
            <a:endParaRPr lang="en-IN"/>
          </a:p>
        </p:txBody>
      </p:sp>
    </p:spTree>
    <p:extLst>
      <p:ext uri="{BB962C8B-B14F-4D97-AF65-F5344CB8AC3E}">
        <p14:creationId xmlns:p14="http://schemas.microsoft.com/office/powerpoint/2010/main" val="112400124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4FE9220-C87F-4D25-814D-26A52017856F}" type="datetimeFigureOut">
              <a:rPr lang="en-IN" smtClean="0"/>
              <a:t>02-07-2026</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CD636479-45FA-4393-BC47-70A1C5BA8267}" type="slidenum">
              <a:rPr lang="en-IN" smtClean="0"/>
              <a:t>‹#›</a:t>
            </a:fld>
            <a:endParaRPr lang="en-IN"/>
          </a:p>
        </p:txBody>
      </p:sp>
    </p:spTree>
    <p:extLst>
      <p:ext uri="{BB962C8B-B14F-4D97-AF65-F5344CB8AC3E}">
        <p14:creationId xmlns:p14="http://schemas.microsoft.com/office/powerpoint/2010/main" val="349015421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12" name="Freeform 6"/>
          <p:cNvSpPr>
            <a:spLocks noChangeAspect="1"/>
          </p:cNvSpPr>
          <p:nvPr/>
        </p:nvSpPr>
        <p:spPr bwMode="auto">
          <a:xfrm>
            <a:off x="1073151" y="446087"/>
            <a:ext cx="3547533" cy="1814651"/>
          </a:xfrm>
          <a:custGeom>
            <a:avLst/>
            <a:gdLst/>
            <a:ahLst/>
            <a:cxnLst/>
            <a:rect l="0" t="0" r="r" b="b"/>
            <a:pathLst>
              <a:path w="3384" h="2308">
                <a:moveTo>
                  <a:pt x="3340" y="0"/>
                </a:moveTo>
                <a:lnTo>
                  <a:pt x="44" y="0"/>
                </a:lnTo>
                <a:lnTo>
                  <a:pt x="44" y="0"/>
                </a:lnTo>
                <a:lnTo>
                  <a:pt x="34" y="0"/>
                </a:lnTo>
                <a:lnTo>
                  <a:pt x="26" y="4"/>
                </a:lnTo>
                <a:lnTo>
                  <a:pt x="20" y="8"/>
                </a:lnTo>
                <a:lnTo>
                  <a:pt x="12" y="12"/>
                </a:lnTo>
                <a:lnTo>
                  <a:pt x="8" y="20"/>
                </a:lnTo>
                <a:lnTo>
                  <a:pt x="4" y="26"/>
                </a:lnTo>
                <a:lnTo>
                  <a:pt x="0" y="34"/>
                </a:lnTo>
                <a:lnTo>
                  <a:pt x="0" y="44"/>
                </a:lnTo>
                <a:lnTo>
                  <a:pt x="0" y="2076"/>
                </a:lnTo>
                <a:lnTo>
                  <a:pt x="0" y="2076"/>
                </a:lnTo>
                <a:lnTo>
                  <a:pt x="0" y="2086"/>
                </a:lnTo>
                <a:lnTo>
                  <a:pt x="4" y="2094"/>
                </a:lnTo>
                <a:lnTo>
                  <a:pt x="8" y="2100"/>
                </a:lnTo>
                <a:lnTo>
                  <a:pt x="12" y="2108"/>
                </a:lnTo>
                <a:lnTo>
                  <a:pt x="20" y="2112"/>
                </a:lnTo>
                <a:lnTo>
                  <a:pt x="26" y="2116"/>
                </a:lnTo>
                <a:lnTo>
                  <a:pt x="34" y="2120"/>
                </a:lnTo>
                <a:lnTo>
                  <a:pt x="44" y="2120"/>
                </a:lnTo>
                <a:lnTo>
                  <a:pt x="474" y="2120"/>
                </a:lnTo>
                <a:lnTo>
                  <a:pt x="650" y="2296"/>
                </a:lnTo>
                <a:lnTo>
                  <a:pt x="650" y="2296"/>
                </a:lnTo>
                <a:lnTo>
                  <a:pt x="656" y="2300"/>
                </a:lnTo>
                <a:lnTo>
                  <a:pt x="664" y="2304"/>
                </a:lnTo>
                <a:lnTo>
                  <a:pt x="672" y="2308"/>
                </a:lnTo>
                <a:lnTo>
                  <a:pt x="680" y="2308"/>
                </a:lnTo>
                <a:lnTo>
                  <a:pt x="688" y="2308"/>
                </a:lnTo>
                <a:lnTo>
                  <a:pt x="696" y="2304"/>
                </a:lnTo>
                <a:lnTo>
                  <a:pt x="704" y="2300"/>
                </a:lnTo>
                <a:lnTo>
                  <a:pt x="710" y="2296"/>
                </a:lnTo>
                <a:lnTo>
                  <a:pt x="886" y="2120"/>
                </a:lnTo>
                <a:lnTo>
                  <a:pt x="3340" y="2120"/>
                </a:lnTo>
                <a:lnTo>
                  <a:pt x="3340" y="2120"/>
                </a:lnTo>
                <a:lnTo>
                  <a:pt x="3350" y="2120"/>
                </a:lnTo>
                <a:lnTo>
                  <a:pt x="3358" y="2116"/>
                </a:lnTo>
                <a:lnTo>
                  <a:pt x="3364" y="2112"/>
                </a:lnTo>
                <a:lnTo>
                  <a:pt x="3372" y="2108"/>
                </a:lnTo>
                <a:lnTo>
                  <a:pt x="3376" y="2100"/>
                </a:lnTo>
                <a:lnTo>
                  <a:pt x="3380" y="2094"/>
                </a:lnTo>
                <a:lnTo>
                  <a:pt x="3384" y="2086"/>
                </a:lnTo>
                <a:lnTo>
                  <a:pt x="3384" y="2076"/>
                </a:lnTo>
                <a:lnTo>
                  <a:pt x="3384" y="44"/>
                </a:lnTo>
                <a:lnTo>
                  <a:pt x="3384" y="44"/>
                </a:lnTo>
                <a:lnTo>
                  <a:pt x="3384" y="34"/>
                </a:lnTo>
                <a:lnTo>
                  <a:pt x="3380" y="26"/>
                </a:lnTo>
                <a:lnTo>
                  <a:pt x="3376" y="20"/>
                </a:lnTo>
                <a:lnTo>
                  <a:pt x="3372" y="12"/>
                </a:lnTo>
                <a:lnTo>
                  <a:pt x="3364" y="8"/>
                </a:lnTo>
                <a:lnTo>
                  <a:pt x="3358" y="4"/>
                </a:lnTo>
                <a:lnTo>
                  <a:pt x="3350" y="0"/>
                </a:lnTo>
                <a:lnTo>
                  <a:pt x="3340" y="0"/>
                </a:lnTo>
                <a:lnTo>
                  <a:pt x="3340" y="0"/>
                </a:lnTo>
                <a:close/>
              </a:path>
            </a:pathLst>
          </a:custGeom>
          <a:ln/>
          <a:extLst>
            <a:ext uri="{91240B29-F687-4f45-9708-019B960494DF}">
              <a14:hiddenLine xmlns:a14="http://schemas.microsoft.com/office/drawing/2010/main" xmlns="" w="9525">
                <a:solidFill>
                  <a:srgbClr val="000000"/>
                </a:solidFill>
                <a:round/>
                <a:headEnd/>
                <a:tailEnd/>
              </a14:hiddenLine>
            </a:ext>
          </a:ex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1073151" y="446088"/>
            <a:ext cx="3547533" cy="1618396"/>
          </a:xfrm>
        </p:spPr>
        <p:txBody>
          <a:bodyPr anchor="b"/>
          <a:lstStyle>
            <a:lvl1pPr algn="l">
              <a:defRPr sz="2000" b="1"/>
            </a:lvl1pPr>
          </a:lstStyle>
          <a:p>
            <a:r>
              <a:rPr lang="en-US"/>
              <a:t>Click to edit Master title style</a:t>
            </a:r>
            <a:endParaRPr lang="en-US" dirty="0"/>
          </a:p>
        </p:txBody>
      </p:sp>
      <p:sp>
        <p:nvSpPr>
          <p:cNvPr id="3" name="Content Placeholder 2"/>
          <p:cNvSpPr>
            <a:spLocks noGrp="1"/>
          </p:cNvSpPr>
          <p:nvPr>
            <p:ph idx="1"/>
          </p:nvPr>
        </p:nvSpPr>
        <p:spPr>
          <a:xfrm>
            <a:off x="4855633" y="446088"/>
            <a:ext cx="6252633" cy="5414963"/>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073151" y="2260738"/>
            <a:ext cx="3547533" cy="3600311"/>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64FE9220-C87F-4D25-814D-26A52017856F}" type="datetimeFigureOut">
              <a:rPr lang="en-IN" smtClean="0"/>
              <a:t>02-07-2026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CD636479-45FA-4393-BC47-70A1C5BA8267}" type="slidenum">
              <a:rPr lang="en-IN" smtClean="0"/>
              <a:t>‹#›</a:t>
            </a:fld>
            <a:endParaRPr lang="en-IN"/>
          </a:p>
        </p:txBody>
      </p:sp>
    </p:spTree>
    <p:extLst>
      <p:ext uri="{BB962C8B-B14F-4D97-AF65-F5344CB8AC3E}">
        <p14:creationId xmlns:p14="http://schemas.microsoft.com/office/powerpoint/2010/main" val="200216600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14728" y="727522"/>
            <a:ext cx="4852988" cy="1617163"/>
          </a:xfrm>
        </p:spPr>
        <p:txBody>
          <a:bodyPr anchor="b">
            <a:normAutofit/>
          </a:bodyPr>
          <a:lstStyle>
            <a:lvl1pPr algn="l">
              <a:defRPr sz="2400" b="0"/>
            </a:lvl1pPr>
          </a:lstStyle>
          <a:p>
            <a:r>
              <a:rPr lang="en-US"/>
              <a:t>Click to edit Master title style</a:t>
            </a:r>
            <a:endParaRPr lang="en-US" dirty="0"/>
          </a:p>
        </p:txBody>
      </p:sp>
      <p:sp>
        <p:nvSpPr>
          <p:cNvPr id="9" name="Picture Placeholder 11"/>
          <p:cNvSpPr>
            <a:spLocks noGrp="1" noChangeAspect="1"/>
          </p:cNvSpPr>
          <p:nvPr>
            <p:ph type="pic" sz="quarter" idx="13"/>
          </p:nvPr>
        </p:nvSpPr>
        <p:spPr bwMode="auto">
          <a:xfrm>
            <a:off x="6098117" y="0"/>
            <a:ext cx="6093883" cy="6858000"/>
          </a:xfrm>
          <a:custGeom>
            <a:avLst/>
            <a:gdLst/>
            <a:ahLst/>
            <a:cxnLst/>
            <a:rect l="0" t="0" r="r" b="b"/>
            <a:pathLst>
              <a:path w="2879" h="4320">
                <a:moveTo>
                  <a:pt x="183" y="0"/>
                </a:moveTo>
                <a:lnTo>
                  <a:pt x="183" y="1197"/>
                </a:lnTo>
                <a:lnTo>
                  <a:pt x="8" y="1372"/>
                </a:lnTo>
                <a:lnTo>
                  <a:pt x="8" y="1372"/>
                </a:lnTo>
                <a:lnTo>
                  <a:pt x="6" y="1376"/>
                </a:lnTo>
                <a:lnTo>
                  <a:pt x="3" y="1382"/>
                </a:lnTo>
                <a:lnTo>
                  <a:pt x="0" y="1387"/>
                </a:lnTo>
                <a:lnTo>
                  <a:pt x="0" y="1393"/>
                </a:lnTo>
                <a:lnTo>
                  <a:pt x="0" y="1399"/>
                </a:lnTo>
                <a:lnTo>
                  <a:pt x="3" y="1404"/>
                </a:lnTo>
                <a:lnTo>
                  <a:pt x="6" y="1410"/>
                </a:lnTo>
                <a:lnTo>
                  <a:pt x="8" y="1414"/>
                </a:lnTo>
                <a:lnTo>
                  <a:pt x="183" y="1589"/>
                </a:lnTo>
                <a:lnTo>
                  <a:pt x="183" y="4320"/>
                </a:lnTo>
                <a:lnTo>
                  <a:pt x="2879" y="4320"/>
                </a:lnTo>
                <a:lnTo>
                  <a:pt x="2879" y="0"/>
                </a:lnTo>
                <a:lnTo>
                  <a:pt x="183" y="0"/>
                </a:lnTo>
                <a:close/>
              </a:path>
            </a:pathLst>
          </a:custGeom>
          <a:noFill/>
          <a:ln w="9525">
            <a:solidFill>
              <a:schemeClr val="tx2"/>
            </a:solidFill>
            <a:round/>
            <a:headEnd/>
            <a:tailEnd/>
          </a:ln>
          <a:effectLst/>
        </p:spPr>
        <p:txBody>
          <a:bodyPr wrap="square" numCol="1" anchor="t" anchorCtr="0" compatLnSpc="1">
            <a:prstTxWarp prst="textNoShape">
              <a:avLst/>
            </a:prstTxWarp>
            <a:normAutofit/>
          </a:bodyPr>
          <a:lstStyle>
            <a:lvl1pPr algn="ctr">
              <a:buFontTx/>
              <a:buNone/>
              <a:defRPr sz="1400"/>
            </a:lvl1pPr>
          </a:lstStyle>
          <a:p>
            <a:r>
              <a:rPr lang="en-US"/>
              <a:t>Click icon to add picture</a:t>
            </a:r>
            <a:endParaRPr lang="en-US" dirty="0"/>
          </a:p>
        </p:txBody>
      </p:sp>
      <p:sp>
        <p:nvSpPr>
          <p:cNvPr id="4" name="Text Placeholder 3"/>
          <p:cNvSpPr>
            <a:spLocks noGrp="1"/>
          </p:cNvSpPr>
          <p:nvPr>
            <p:ph type="body" sz="half" idx="2"/>
          </p:nvPr>
        </p:nvSpPr>
        <p:spPr>
          <a:xfrm>
            <a:off x="814728" y="2344684"/>
            <a:ext cx="4852988" cy="3516365"/>
          </a:xfrm>
        </p:spPr>
        <p:txBody>
          <a:bodyPr anchor="t">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3885810" y="6041362"/>
            <a:ext cx="976879" cy="365125"/>
          </a:xfrm>
        </p:spPr>
        <p:txBody>
          <a:bodyPr/>
          <a:lstStyle/>
          <a:p>
            <a:fld id="{64FE9220-C87F-4D25-814D-26A52017856F}" type="datetimeFigureOut">
              <a:rPr lang="en-IN" smtClean="0"/>
              <a:t>02-07-2026</a:t>
            </a:fld>
            <a:endParaRPr lang="en-IN"/>
          </a:p>
        </p:txBody>
      </p:sp>
      <p:sp>
        <p:nvSpPr>
          <p:cNvPr id="6" name="Footer Placeholder 5"/>
          <p:cNvSpPr>
            <a:spLocks noGrp="1"/>
          </p:cNvSpPr>
          <p:nvPr>
            <p:ph type="ftr" sz="quarter" idx="11"/>
          </p:nvPr>
        </p:nvSpPr>
        <p:spPr>
          <a:xfrm>
            <a:off x="590396" y="6041362"/>
            <a:ext cx="3295413" cy="365125"/>
          </a:xfrm>
        </p:spPr>
        <p:txBody>
          <a:bodyPr/>
          <a:lstStyle/>
          <a:p>
            <a:endParaRPr lang="en-IN"/>
          </a:p>
        </p:txBody>
      </p:sp>
      <p:sp>
        <p:nvSpPr>
          <p:cNvPr id="7" name="Slide Number Placeholder 6"/>
          <p:cNvSpPr>
            <a:spLocks noGrp="1"/>
          </p:cNvSpPr>
          <p:nvPr>
            <p:ph type="sldNum" sz="quarter" idx="12"/>
          </p:nvPr>
        </p:nvSpPr>
        <p:spPr>
          <a:xfrm>
            <a:off x="4862689" y="5915888"/>
            <a:ext cx="1062155" cy="490599"/>
          </a:xfrm>
        </p:spPr>
        <p:txBody>
          <a:bodyPr/>
          <a:lstStyle/>
          <a:p>
            <a:fld id="{CD636479-45FA-4393-BC47-70A1C5BA8267}" type="slidenum">
              <a:rPr lang="en-IN" smtClean="0"/>
              <a:t>‹#›</a:t>
            </a:fld>
            <a:endParaRPr lang="en-IN"/>
          </a:p>
        </p:txBody>
      </p:sp>
    </p:spTree>
    <p:extLst>
      <p:ext uri="{BB962C8B-B14F-4D97-AF65-F5344CB8AC3E}">
        <p14:creationId xmlns:p14="http://schemas.microsoft.com/office/powerpoint/2010/main" val="241921174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10000" y="4800600"/>
            <a:ext cx="10561418" cy="566738"/>
          </a:xfrm>
        </p:spPr>
        <p:txBody>
          <a:bodyPr anchor="b">
            <a:normAutofit/>
          </a:bodyPr>
          <a:lstStyle>
            <a:lvl1pPr algn="l">
              <a:defRPr sz="2400" b="0"/>
            </a:lvl1pPr>
          </a:lstStyle>
          <a:p>
            <a:r>
              <a:rPr lang="en-US"/>
              <a:t>Click to edit Master title style</a:t>
            </a:r>
            <a:endParaRPr lang="en-US" dirty="0"/>
          </a:p>
        </p:txBody>
      </p:sp>
      <p:sp>
        <p:nvSpPr>
          <p:cNvPr id="15" name="Picture Placeholder 14"/>
          <p:cNvSpPr>
            <a:spLocks noGrp="1" noChangeAspect="1"/>
          </p:cNvSpPr>
          <p:nvPr>
            <p:ph type="pic" sz="quarter" idx="13"/>
          </p:nvPr>
        </p:nvSpPr>
        <p:spPr bwMode="auto">
          <a:xfrm>
            <a:off x="0" y="0"/>
            <a:ext cx="12192000" cy="4800600"/>
          </a:xfrm>
          <a:custGeom>
            <a:avLst/>
            <a:gdLst/>
            <a:ahLst/>
            <a:cxnLst/>
            <a:rect l="0" t="0" r="r" b="b"/>
            <a:pathLst>
              <a:path w="5760" h="3289">
                <a:moveTo>
                  <a:pt x="5760" y="0"/>
                </a:moveTo>
                <a:lnTo>
                  <a:pt x="0" y="0"/>
                </a:lnTo>
                <a:lnTo>
                  <a:pt x="0" y="3100"/>
                </a:lnTo>
                <a:lnTo>
                  <a:pt x="943" y="3100"/>
                </a:lnTo>
                <a:lnTo>
                  <a:pt x="1123" y="3281"/>
                </a:lnTo>
                <a:lnTo>
                  <a:pt x="1123" y="3281"/>
                </a:lnTo>
                <a:lnTo>
                  <a:pt x="1127" y="3283"/>
                </a:lnTo>
                <a:lnTo>
                  <a:pt x="1133" y="3286"/>
                </a:lnTo>
                <a:lnTo>
                  <a:pt x="1139" y="3289"/>
                </a:lnTo>
                <a:lnTo>
                  <a:pt x="1144" y="3289"/>
                </a:lnTo>
                <a:lnTo>
                  <a:pt x="1150" y="3289"/>
                </a:lnTo>
                <a:lnTo>
                  <a:pt x="1155" y="3286"/>
                </a:lnTo>
                <a:lnTo>
                  <a:pt x="1161" y="3283"/>
                </a:lnTo>
                <a:lnTo>
                  <a:pt x="1165" y="3281"/>
                </a:lnTo>
                <a:lnTo>
                  <a:pt x="1345" y="3100"/>
                </a:lnTo>
                <a:lnTo>
                  <a:pt x="5760" y="3100"/>
                </a:lnTo>
                <a:lnTo>
                  <a:pt x="5760" y="0"/>
                </a:lnTo>
                <a:close/>
              </a:path>
            </a:pathLst>
          </a:custGeom>
          <a:noFill/>
          <a:ln>
            <a:solidFill>
              <a:schemeClr val="tx2"/>
            </a:solidFill>
          </a:ln>
        </p:spPr>
        <p:style>
          <a:lnRef idx="1">
            <a:schemeClr val="accent1"/>
          </a:lnRef>
          <a:fillRef idx="3">
            <a:schemeClr val="accent1"/>
          </a:fillRef>
          <a:effectRef idx="2">
            <a:schemeClr val="accent1"/>
          </a:effectRef>
          <a:fontRef idx="minor">
            <a:schemeClr val="lt1"/>
          </a:fontRef>
        </p:style>
        <p:txBody>
          <a:bodyPr wrap="square" numCol="1" anchor="t" anchorCtr="0" compatLnSpc="1">
            <a:prstTxWarp prst="textNoShape">
              <a:avLst/>
            </a:prstTxWarp>
            <a:normAutofit/>
          </a:bodyPr>
          <a:lstStyle>
            <a:lvl1pPr marL="0" indent="0" algn="ctr">
              <a:buFontTx/>
              <a:buNone/>
              <a:defRPr sz="1600"/>
            </a:lvl1pPr>
          </a:lstStyle>
          <a:p>
            <a:r>
              <a:rPr lang="en-US"/>
              <a:t>Click icon to add picture</a:t>
            </a:r>
            <a:endParaRPr lang="en-US" dirty="0"/>
          </a:p>
        </p:txBody>
      </p:sp>
      <p:sp>
        <p:nvSpPr>
          <p:cNvPr id="4" name="Text Placeholder 3"/>
          <p:cNvSpPr>
            <a:spLocks noGrp="1"/>
          </p:cNvSpPr>
          <p:nvPr>
            <p:ph type="body" sz="half" idx="2"/>
          </p:nvPr>
        </p:nvSpPr>
        <p:spPr>
          <a:xfrm>
            <a:off x="810000" y="5367338"/>
            <a:ext cx="10561418"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64FE9220-C87F-4D25-814D-26A52017856F}" type="datetimeFigureOut">
              <a:rPr lang="en-IN" smtClean="0"/>
              <a:t>02-07-2026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CD636479-45FA-4393-BC47-70A1C5BA8267}" type="slidenum">
              <a:rPr lang="en-IN" smtClean="0"/>
              <a:t>‹#›</a:t>
            </a:fld>
            <a:endParaRPr lang="en-IN"/>
          </a:p>
        </p:txBody>
      </p:sp>
    </p:spTree>
    <p:extLst>
      <p:ext uri="{BB962C8B-B14F-4D97-AF65-F5344CB8AC3E}">
        <p14:creationId xmlns:p14="http://schemas.microsoft.com/office/powerpoint/2010/main" val="189111331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8" name="Freeform 6"/>
          <p:cNvSpPr>
            <a:spLocks noChangeAspect="1"/>
          </p:cNvSpPr>
          <p:nvPr/>
        </p:nvSpPr>
        <p:spPr bwMode="auto">
          <a:xfrm>
            <a:off x="631697" y="1081456"/>
            <a:ext cx="6332416" cy="3239188"/>
          </a:xfrm>
          <a:custGeom>
            <a:avLst/>
            <a:gdLst/>
            <a:ahLst/>
            <a:cxnLst/>
            <a:rect l="0" t="0" r="r" b="b"/>
            <a:pathLst>
              <a:path w="3384" h="2308">
                <a:moveTo>
                  <a:pt x="3340" y="0"/>
                </a:moveTo>
                <a:lnTo>
                  <a:pt x="44" y="0"/>
                </a:lnTo>
                <a:lnTo>
                  <a:pt x="44" y="0"/>
                </a:lnTo>
                <a:lnTo>
                  <a:pt x="34" y="0"/>
                </a:lnTo>
                <a:lnTo>
                  <a:pt x="26" y="4"/>
                </a:lnTo>
                <a:lnTo>
                  <a:pt x="20" y="8"/>
                </a:lnTo>
                <a:lnTo>
                  <a:pt x="12" y="12"/>
                </a:lnTo>
                <a:lnTo>
                  <a:pt x="8" y="20"/>
                </a:lnTo>
                <a:lnTo>
                  <a:pt x="4" y="26"/>
                </a:lnTo>
                <a:lnTo>
                  <a:pt x="0" y="34"/>
                </a:lnTo>
                <a:lnTo>
                  <a:pt x="0" y="44"/>
                </a:lnTo>
                <a:lnTo>
                  <a:pt x="0" y="2076"/>
                </a:lnTo>
                <a:lnTo>
                  <a:pt x="0" y="2076"/>
                </a:lnTo>
                <a:lnTo>
                  <a:pt x="0" y="2086"/>
                </a:lnTo>
                <a:lnTo>
                  <a:pt x="4" y="2094"/>
                </a:lnTo>
                <a:lnTo>
                  <a:pt x="8" y="2100"/>
                </a:lnTo>
                <a:lnTo>
                  <a:pt x="12" y="2108"/>
                </a:lnTo>
                <a:lnTo>
                  <a:pt x="20" y="2112"/>
                </a:lnTo>
                <a:lnTo>
                  <a:pt x="26" y="2116"/>
                </a:lnTo>
                <a:lnTo>
                  <a:pt x="34" y="2120"/>
                </a:lnTo>
                <a:lnTo>
                  <a:pt x="44" y="2120"/>
                </a:lnTo>
                <a:lnTo>
                  <a:pt x="474" y="2120"/>
                </a:lnTo>
                <a:lnTo>
                  <a:pt x="650" y="2296"/>
                </a:lnTo>
                <a:lnTo>
                  <a:pt x="650" y="2296"/>
                </a:lnTo>
                <a:lnTo>
                  <a:pt x="656" y="2300"/>
                </a:lnTo>
                <a:lnTo>
                  <a:pt x="664" y="2304"/>
                </a:lnTo>
                <a:lnTo>
                  <a:pt x="672" y="2308"/>
                </a:lnTo>
                <a:lnTo>
                  <a:pt x="680" y="2308"/>
                </a:lnTo>
                <a:lnTo>
                  <a:pt x="688" y="2308"/>
                </a:lnTo>
                <a:lnTo>
                  <a:pt x="696" y="2304"/>
                </a:lnTo>
                <a:lnTo>
                  <a:pt x="704" y="2300"/>
                </a:lnTo>
                <a:lnTo>
                  <a:pt x="710" y="2296"/>
                </a:lnTo>
                <a:lnTo>
                  <a:pt x="886" y="2120"/>
                </a:lnTo>
                <a:lnTo>
                  <a:pt x="3340" y="2120"/>
                </a:lnTo>
                <a:lnTo>
                  <a:pt x="3340" y="2120"/>
                </a:lnTo>
                <a:lnTo>
                  <a:pt x="3350" y="2120"/>
                </a:lnTo>
                <a:lnTo>
                  <a:pt x="3358" y="2116"/>
                </a:lnTo>
                <a:lnTo>
                  <a:pt x="3364" y="2112"/>
                </a:lnTo>
                <a:lnTo>
                  <a:pt x="3372" y="2108"/>
                </a:lnTo>
                <a:lnTo>
                  <a:pt x="3376" y="2100"/>
                </a:lnTo>
                <a:lnTo>
                  <a:pt x="3380" y="2094"/>
                </a:lnTo>
                <a:lnTo>
                  <a:pt x="3384" y="2086"/>
                </a:lnTo>
                <a:lnTo>
                  <a:pt x="3384" y="2076"/>
                </a:lnTo>
                <a:lnTo>
                  <a:pt x="3384" y="44"/>
                </a:lnTo>
                <a:lnTo>
                  <a:pt x="3384" y="44"/>
                </a:lnTo>
                <a:lnTo>
                  <a:pt x="3384" y="34"/>
                </a:lnTo>
                <a:lnTo>
                  <a:pt x="3380" y="26"/>
                </a:lnTo>
                <a:lnTo>
                  <a:pt x="3376" y="20"/>
                </a:lnTo>
                <a:lnTo>
                  <a:pt x="3372" y="12"/>
                </a:lnTo>
                <a:lnTo>
                  <a:pt x="3364" y="8"/>
                </a:lnTo>
                <a:lnTo>
                  <a:pt x="3358" y="4"/>
                </a:lnTo>
                <a:lnTo>
                  <a:pt x="3350" y="0"/>
                </a:lnTo>
                <a:lnTo>
                  <a:pt x="3340" y="0"/>
                </a:lnTo>
                <a:lnTo>
                  <a:pt x="3340" y="0"/>
                </a:lnTo>
                <a:close/>
              </a:path>
            </a:pathLst>
          </a:custGeom>
          <a:ln>
            <a:solidFill>
              <a:schemeClr val="accent1"/>
            </a:solidFill>
          </a:ln>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850985" y="1238502"/>
            <a:ext cx="5893840" cy="2645912"/>
          </a:xfrm>
        </p:spPr>
        <p:txBody>
          <a:bodyPr anchor="b"/>
          <a:lstStyle>
            <a:lvl1pPr algn="l">
              <a:defRPr sz="4200" b="1" cap="none"/>
            </a:lvl1pPr>
          </a:lstStyle>
          <a:p>
            <a:r>
              <a:rPr lang="en-US"/>
              <a:t>Click to edit Master title style</a:t>
            </a:r>
            <a:endParaRPr lang="en-US" dirty="0"/>
          </a:p>
        </p:txBody>
      </p:sp>
      <p:sp>
        <p:nvSpPr>
          <p:cNvPr id="3" name="Text Placeholder 2"/>
          <p:cNvSpPr>
            <a:spLocks noGrp="1"/>
          </p:cNvSpPr>
          <p:nvPr>
            <p:ph type="body" idx="1"/>
          </p:nvPr>
        </p:nvSpPr>
        <p:spPr>
          <a:xfrm>
            <a:off x="853190" y="4443680"/>
            <a:ext cx="5891636" cy="713241"/>
          </a:xfrm>
        </p:spPr>
        <p:txBody>
          <a:bodyPr anchor="t">
            <a:no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9" name="Text Placeholder 5"/>
          <p:cNvSpPr>
            <a:spLocks noGrp="1"/>
          </p:cNvSpPr>
          <p:nvPr>
            <p:ph type="body" sz="quarter" idx="16"/>
          </p:nvPr>
        </p:nvSpPr>
        <p:spPr>
          <a:xfrm>
            <a:off x="7574642" y="1081456"/>
            <a:ext cx="3810001" cy="4075465"/>
          </a:xfrm>
        </p:spPr>
        <p:txBody>
          <a:bodyPr anchor="t"/>
          <a:lstStyle>
            <a:lvl1pPr marL="0" indent="0">
              <a:buFontTx/>
              <a:buNone/>
              <a:defRPr/>
            </a:lvl1pPr>
          </a:lstStyle>
          <a:p>
            <a:pPr lvl="0"/>
            <a:r>
              <a:rPr lang="en-US"/>
              <a:t>Click to edit Master text styles</a:t>
            </a:r>
          </a:p>
        </p:txBody>
      </p:sp>
      <p:sp>
        <p:nvSpPr>
          <p:cNvPr id="4" name="Date Placeholder 3"/>
          <p:cNvSpPr>
            <a:spLocks noGrp="1"/>
          </p:cNvSpPr>
          <p:nvPr>
            <p:ph type="dt" sz="half" idx="10"/>
          </p:nvPr>
        </p:nvSpPr>
        <p:spPr/>
        <p:txBody>
          <a:bodyPr/>
          <a:lstStyle/>
          <a:p>
            <a:fld id="{64FE9220-C87F-4D25-814D-26A52017856F}" type="datetimeFigureOut">
              <a:rPr lang="en-IN" smtClean="0"/>
              <a:t>02-07-2026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CD636479-45FA-4393-BC47-70A1C5BA8267}" type="slidenum">
              <a:rPr lang="en-IN" smtClean="0"/>
              <a:t>‹#›</a:t>
            </a:fld>
            <a:endParaRPr lang="en-IN"/>
          </a:p>
        </p:txBody>
      </p:sp>
    </p:spTree>
    <p:extLst>
      <p:ext uri="{BB962C8B-B14F-4D97-AF65-F5344CB8AC3E}">
        <p14:creationId xmlns:p14="http://schemas.microsoft.com/office/powerpoint/2010/main" val="332312458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9" name="Freeform 6"/>
          <p:cNvSpPr>
            <a:spLocks noChangeAspect="1"/>
          </p:cNvSpPr>
          <p:nvPr/>
        </p:nvSpPr>
        <p:spPr bwMode="auto">
          <a:xfrm>
            <a:off x="1140884" y="2286585"/>
            <a:ext cx="4895115" cy="2503972"/>
          </a:xfrm>
          <a:custGeom>
            <a:avLst/>
            <a:gdLst/>
            <a:ahLst/>
            <a:cxnLst/>
            <a:rect l="0" t="0" r="r" b="b"/>
            <a:pathLst>
              <a:path w="3384" h="2308">
                <a:moveTo>
                  <a:pt x="3340" y="0"/>
                </a:moveTo>
                <a:lnTo>
                  <a:pt x="44" y="0"/>
                </a:lnTo>
                <a:lnTo>
                  <a:pt x="44" y="0"/>
                </a:lnTo>
                <a:lnTo>
                  <a:pt x="34" y="0"/>
                </a:lnTo>
                <a:lnTo>
                  <a:pt x="26" y="4"/>
                </a:lnTo>
                <a:lnTo>
                  <a:pt x="20" y="8"/>
                </a:lnTo>
                <a:lnTo>
                  <a:pt x="12" y="12"/>
                </a:lnTo>
                <a:lnTo>
                  <a:pt x="8" y="20"/>
                </a:lnTo>
                <a:lnTo>
                  <a:pt x="4" y="26"/>
                </a:lnTo>
                <a:lnTo>
                  <a:pt x="0" y="34"/>
                </a:lnTo>
                <a:lnTo>
                  <a:pt x="0" y="44"/>
                </a:lnTo>
                <a:lnTo>
                  <a:pt x="0" y="2076"/>
                </a:lnTo>
                <a:lnTo>
                  <a:pt x="0" y="2076"/>
                </a:lnTo>
                <a:lnTo>
                  <a:pt x="0" y="2086"/>
                </a:lnTo>
                <a:lnTo>
                  <a:pt x="4" y="2094"/>
                </a:lnTo>
                <a:lnTo>
                  <a:pt x="8" y="2100"/>
                </a:lnTo>
                <a:lnTo>
                  <a:pt x="12" y="2108"/>
                </a:lnTo>
                <a:lnTo>
                  <a:pt x="20" y="2112"/>
                </a:lnTo>
                <a:lnTo>
                  <a:pt x="26" y="2116"/>
                </a:lnTo>
                <a:lnTo>
                  <a:pt x="34" y="2120"/>
                </a:lnTo>
                <a:lnTo>
                  <a:pt x="44" y="2120"/>
                </a:lnTo>
                <a:lnTo>
                  <a:pt x="474" y="2120"/>
                </a:lnTo>
                <a:lnTo>
                  <a:pt x="650" y="2296"/>
                </a:lnTo>
                <a:lnTo>
                  <a:pt x="650" y="2296"/>
                </a:lnTo>
                <a:lnTo>
                  <a:pt x="656" y="2300"/>
                </a:lnTo>
                <a:lnTo>
                  <a:pt x="664" y="2304"/>
                </a:lnTo>
                <a:lnTo>
                  <a:pt x="672" y="2308"/>
                </a:lnTo>
                <a:lnTo>
                  <a:pt x="680" y="2308"/>
                </a:lnTo>
                <a:lnTo>
                  <a:pt x="688" y="2308"/>
                </a:lnTo>
                <a:lnTo>
                  <a:pt x="696" y="2304"/>
                </a:lnTo>
                <a:lnTo>
                  <a:pt x="704" y="2300"/>
                </a:lnTo>
                <a:lnTo>
                  <a:pt x="710" y="2296"/>
                </a:lnTo>
                <a:lnTo>
                  <a:pt x="886" y="2120"/>
                </a:lnTo>
                <a:lnTo>
                  <a:pt x="3340" y="2120"/>
                </a:lnTo>
                <a:lnTo>
                  <a:pt x="3340" y="2120"/>
                </a:lnTo>
                <a:lnTo>
                  <a:pt x="3350" y="2120"/>
                </a:lnTo>
                <a:lnTo>
                  <a:pt x="3358" y="2116"/>
                </a:lnTo>
                <a:lnTo>
                  <a:pt x="3364" y="2112"/>
                </a:lnTo>
                <a:lnTo>
                  <a:pt x="3372" y="2108"/>
                </a:lnTo>
                <a:lnTo>
                  <a:pt x="3376" y="2100"/>
                </a:lnTo>
                <a:lnTo>
                  <a:pt x="3380" y="2094"/>
                </a:lnTo>
                <a:lnTo>
                  <a:pt x="3384" y="2086"/>
                </a:lnTo>
                <a:lnTo>
                  <a:pt x="3384" y="2076"/>
                </a:lnTo>
                <a:lnTo>
                  <a:pt x="3384" y="44"/>
                </a:lnTo>
                <a:lnTo>
                  <a:pt x="3384" y="44"/>
                </a:lnTo>
                <a:lnTo>
                  <a:pt x="3384" y="34"/>
                </a:lnTo>
                <a:lnTo>
                  <a:pt x="3380" y="26"/>
                </a:lnTo>
                <a:lnTo>
                  <a:pt x="3376" y="20"/>
                </a:lnTo>
                <a:lnTo>
                  <a:pt x="3372" y="12"/>
                </a:lnTo>
                <a:lnTo>
                  <a:pt x="3364" y="8"/>
                </a:lnTo>
                <a:lnTo>
                  <a:pt x="3358" y="4"/>
                </a:lnTo>
                <a:lnTo>
                  <a:pt x="3350" y="0"/>
                </a:lnTo>
                <a:lnTo>
                  <a:pt x="3340" y="0"/>
                </a:lnTo>
                <a:lnTo>
                  <a:pt x="3340" y="0"/>
                </a:lnTo>
                <a:close/>
              </a:path>
            </a:pathLst>
          </a:custGeom>
          <a:ln>
            <a:solidFill>
              <a:schemeClr val="accent1"/>
            </a:solidFill>
          </a:ln>
        </p:spPr>
        <p:style>
          <a:lnRef idx="1">
            <a:schemeClr val="accent1"/>
          </a:lnRef>
          <a:fillRef idx="3">
            <a:schemeClr val="accent1"/>
          </a:fillRef>
          <a:effectRef idx="2">
            <a:schemeClr val="accent1"/>
          </a:effectRef>
          <a:fontRef idx="minor">
            <a:schemeClr val="lt1"/>
          </a:fontRef>
        </p:style>
      </p:sp>
      <p:sp>
        <p:nvSpPr>
          <p:cNvPr id="38" name="Title 1"/>
          <p:cNvSpPr>
            <a:spLocks noGrp="1"/>
          </p:cNvSpPr>
          <p:nvPr>
            <p:ph type="title"/>
          </p:nvPr>
        </p:nvSpPr>
        <p:spPr>
          <a:xfrm>
            <a:off x="1357089" y="2435957"/>
            <a:ext cx="4382521" cy="2007789"/>
          </a:xfrm>
        </p:spPr>
        <p:txBody>
          <a:bodyPr/>
          <a:lstStyle>
            <a:lvl1pPr>
              <a:defRPr sz="3200"/>
            </a:lvl1pPr>
          </a:lstStyle>
          <a:p>
            <a:r>
              <a:rPr lang="en-US"/>
              <a:t>Click to edit Master title style</a:t>
            </a:r>
            <a:endParaRPr lang="en-US" dirty="0"/>
          </a:p>
        </p:txBody>
      </p:sp>
      <p:sp>
        <p:nvSpPr>
          <p:cNvPr id="6" name="Text Placeholder 5"/>
          <p:cNvSpPr>
            <a:spLocks noGrp="1"/>
          </p:cNvSpPr>
          <p:nvPr>
            <p:ph type="body" sz="quarter" idx="16"/>
          </p:nvPr>
        </p:nvSpPr>
        <p:spPr>
          <a:xfrm>
            <a:off x="6156000" y="2286000"/>
            <a:ext cx="4880300" cy="2295525"/>
          </a:xfrm>
        </p:spPr>
        <p:txBody>
          <a:bodyPr anchor="t"/>
          <a:lstStyle>
            <a:lvl1pPr marL="0" indent="0">
              <a:buFontTx/>
              <a:buNone/>
              <a:defRPr/>
            </a:lvl1pPr>
          </a:lstStyle>
          <a:p>
            <a:pPr lvl="0"/>
            <a:r>
              <a:rPr lang="en-US"/>
              <a:t>Click to edit Master text styles</a:t>
            </a:r>
          </a:p>
        </p:txBody>
      </p:sp>
      <p:sp>
        <p:nvSpPr>
          <p:cNvPr id="2" name="Date Placeholder 1"/>
          <p:cNvSpPr>
            <a:spLocks noGrp="1"/>
          </p:cNvSpPr>
          <p:nvPr>
            <p:ph type="dt" sz="half" idx="10"/>
          </p:nvPr>
        </p:nvSpPr>
        <p:spPr/>
        <p:txBody>
          <a:bodyPr/>
          <a:lstStyle/>
          <a:p>
            <a:fld id="{64FE9220-C87F-4D25-814D-26A52017856F}" type="datetimeFigureOut">
              <a:rPr lang="en-IN" smtClean="0"/>
              <a:t>02-07-2026</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CD636479-45FA-4393-BC47-70A1C5BA8267}" type="slidenum">
              <a:rPr lang="en-IN" smtClean="0"/>
              <a:t>‹#›</a:t>
            </a:fld>
            <a:endParaRPr lang="en-IN"/>
          </a:p>
        </p:txBody>
      </p:sp>
    </p:spTree>
    <p:extLst>
      <p:ext uri="{BB962C8B-B14F-4D97-AF65-F5344CB8AC3E}">
        <p14:creationId xmlns:p14="http://schemas.microsoft.com/office/powerpoint/2010/main" val="304939655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7" name="Freeform 6"/>
          <p:cNvSpPr/>
          <p:nvPr/>
        </p:nvSpPr>
        <p:spPr bwMode="auto">
          <a:xfrm>
            <a:off x="0" y="0"/>
            <a:ext cx="12192000" cy="2185988"/>
          </a:xfrm>
          <a:custGeom>
            <a:avLst/>
            <a:gdLst/>
            <a:ahLst/>
            <a:cxnLst/>
            <a:rect l="0" t="0" r="r" b="b"/>
            <a:pathLst>
              <a:path w="5760" h="1377">
                <a:moveTo>
                  <a:pt x="5760" y="0"/>
                </a:moveTo>
                <a:lnTo>
                  <a:pt x="0" y="0"/>
                </a:lnTo>
                <a:lnTo>
                  <a:pt x="0" y="1189"/>
                </a:lnTo>
                <a:lnTo>
                  <a:pt x="943" y="1189"/>
                </a:lnTo>
                <a:lnTo>
                  <a:pt x="1123" y="1369"/>
                </a:lnTo>
                <a:lnTo>
                  <a:pt x="1123" y="1369"/>
                </a:lnTo>
                <a:lnTo>
                  <a:pt x="1127" y="1371"/>
                </a:lnTo>
                <a:lnTo>
                  <a:pt x="1133" y="1374"/>
                </a:lnTo>
                <a:lnTo>
                  <a:pt x="1139" y="1377"/>
                </a:lnTo>
                <a:lnTo>
                  <a:pt x="1144" y="1377"/>
                </a:lnTo>
                <a:lnTo>
                  <a:pt x="1150" y="1377"/>
                </a:lnTo>
                <a:lnTo>
                  <a:pt x="1155" y="1374"/>
                </a:lnTo>
                <a:lnTo>
                  <a:pt x="1161" y="1371"/>
                </a:lnTo>
                <a:lnTo>
                  <a:pt x="1165" y="1369"/>
                </a:lnTo>
                <a:lnTo>
                  <a:pt x="1345" y="1189"/>
                </a:lnTo>
                <a:lnTo>
                  <a:pt x="5760" y="1189"/>
                </a:lnTo>
                <a:lnTo>
                  <a:pt x="5760" y="0"/>
                </a:lnTo>
                <a:close/>
              </a:path>
            </a:pathLst>
          </a:custGeom>
          <a:ln/>
          <a:extLst>
            <a:ext uri="{91240B29-F687-4f45-9708-019B960494DF}">
              <a14:hiddenLine xmlns:a14="http://schemas.microsoft.com/office/drawing/2010/main" xmlns="" w="9525">
                <a:solidFill>
                  <a:srgbClr val="000000"/>
                </a:solidFill>
                <a:round/>
                <a:headEnd/>
                <a:tailEnd/>
              </a14:hiddenLine>
            </a:ext>
          </a:ex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4FE9220-C87F-4D25-814D-26A52017856F}" type="datetimeFigureOut">
              <a:rPr lang="en-IN" smtClean="0"/>
              <a:t>02-07-2026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CD636479-45FA-4393-BC47-70A1C5BA8267}" type="slidenum">
              <a:rPr lang="en-IN" smtClean="0"/>
              <a:t>‹#›</a:t>
            </a:fld>
            <a:endParaRPr lang="en-IN"/>
          </a:p>
        </p:txBody>
      </p:sp>
    </p:spTree>
    <p:extLst>
      <p:ext uri="{BB962C8B-B14F-4D97-AF65-F5344CB8AC3E}">
        <p14:creationId xmlns:p14="http://schemas.microsoft.com/office/powerpoint/2010/main" val="363841073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12" name="Freeform 6"/>
          <p:cNvSpPr>
            <a:spLocks noChangeAspect="1"/>
          </p:cNvSpPr>
          <p:nvPr/>
        </p:nvSpPr>
        <p:spPr bwMode="auto">
          <a:xfrm>
            <a:off x="7669651" y="446089"/>
            <a:ext cx="4522349" cy="5414962"/>
          </a:xfrm>
          <a:custGeom>
            <a:avLst/>
            <a:gdLst/>
            <a:ahLst/>
            <a:cxnLst/>
            <a:rect l="0" t="0" r="r" b="b"/>
            <a:pathLst>
              <a:path w="2879" h="4320">
                <a:moveTo>
                  <a:pt x="183" y="0"/>
                </a:moveTo>
                <a:lnTo>
                  <a:pt x="183" y="1197"/>
                </a:lnTo>
                <a:lnTo>
                  <a:pt x="8" y="1372"/>
                </a:lnTo>
                <a:lnTo>
                  <a:pt x="8" y="1372"/>
                </a:lnTo>
                <a:lnTo>
                  <a:pt x="6" y="1376"/>
                </a:lnTo>
                <a:lnTo>
                  <a:pt x="3" y="1382"/>
                </a:lnTo>
                <a:lnTo>
                  <a:pt x="0" y="1387"/>
                </a:lnTo>
                <a:lnTo>
                  <a:pt x="0" y="1393"/>
                </a:lnTo>
                <a:lnTo>
                  <a:pt x="0" y="1399"/>
                </a:lnTo>
                <a:lnTo>
                  <a:pt x="3" y="1404"/>
                </a:lnTo>
                <a:lnTo>
                  <a:pt x="6" y="1410"/>
                </a:lnTo>
                <a:lnTo>
                  <a:pt x="8" y="1414"/>
                </a:lnTo>
                <a:lnTo>
                  <a:pt x="183" y="1589"/>
                </a:lnTo>
                <a:lnTo>
                  <a:pt x="183" y="4320"/>
                </a:lnTo>
                <a:lnTo>
                  <a:pt x="2879" y="4320"/>
                </a:lnTo>
                <a:lnTo>
                  <a:pt x="2879" y="0"/>
                </a:lnTo>
                <a:lnTo>
                  <a:pt x="183" y="0"/>
                </a:lnTo>
                <a:close/>
              </a:path>
            </a:pathLst>
          </a:custGeom>
          <a:ln/>
          <a:extLst>
            <a:ext uri="{91240B29-F687-4f45-9708-019B960494DF}">
              <a14:hiddenLine xmlns:a14="http://schemas.microsoft.com/office/drawing/2010/main" xmlns="" w="9525">
                <a:solidFill>
                  <a:srgbClr val="000000"/>
                </a:solidFill>
                <a:round/>
                <a:headEnd/>
                <a:tailEnd/>
              </a14:hiddenLine>
            </a:ext>
          </a:extLst>
        </p:spPr>
        <p:style>
          <a:lnRef idx="1">
            <a:schemeClr val="accent1"/>
          </a:lnRef>
          <a:fillRef idx="3">
            <a:schemeClr val="accent1"/>
          </a:fillRef>
          <a:effectRef idx="2">
            <a:schemeClr val="accent1"/>
          </a:effectRef>
          <a:fontRef idx="minor">
            <a:schemeClr val="lt1"/>
          </a:fontRef>
        </p:style>
      </p:sp>
      <p:sp>
        <p:nvSpPr>
          <p:cNvPr id="2" name="Vertical Title 1"/>
          <p:cNvSpPr>
            <a:spLocks noGrp="1"/>
          </p:cNvSpPr>
          <p:nvPr>
            <p:ph type="title" orient="vert"/>
          </p:nvPr>
        </p:nvSpPr>
        <p:spPr>
          <a:xfrm>
            <a:off x="8183540" y="586171"/>
            <a:ext cx="2494791" cy="513479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10001" y="446089"/>
            <a:ext cx="6611540" cy="5414962"/>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4FE9220-C87F-4D25-814D-26A52017856F}" type="datetimeFigureOut">
              <a:rPr lang="en-IN" smtClean="0"/>
              <a:t>02-07-2026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CD636479-45FA-4393-BC47-70A1C5BA8267}" type="slidenum">
              <a:rPr lang="en-IN" smtClean="0"/>
              <a:t>‹#›</a:t>
            </a:fld>
            <a:endParaRPr lang="en-IN"/>
          </a:p>
        </p:txBody>
      </p:sp>
    </p:spTree>
    <p:extLst>
      <p:ext uri="{BB962C8B-B14F-4D97-AF65-F5344CB8AC3E}">
        <p14:creationId xmlns:p14="http://schemas.microsoft.com/office/powerpoint/2010/main" val="18213417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picTx">
  <p:cSld name="1_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64FE9220-C87F-4D25-814D-26A52017856F}" type="datetimeFigureOut">
              <a:rPr lang="en-IN" smtClean="0"/>
              <a:t>02-07-2026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CD636479-45FA-4393-BC47-70A1C5BA8267}" type="slidenum">
              <a:rPr lang="en-IN" smtClean="0"/>
              <a:t>‹#›</a:t>
            </a:fld>
            <a:endParaRPr lang="en-IN"/>
          </a:p>
        </p:txBody>
      </p:sp>
    </p:spTree>
    <p:extLst>
      <p:ext uri="{BB962C8B-B14F-4D97-AF65-F5344CB8AC3E}">
        <p14:creationId xmlns:p14="http://schemas.microsoft.com/office/powerpoint/2010/main" val="45250064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2"/>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10000" y="447188"/>
            <a:ext cx="10571998" cy="970450"/>
          </a:xfrm>
          <a:prstGeom prst="rect">
            <a:avLst/>
          </a:prstGeom>
          <a:effectLst>
            <a:outerShdw blurRad="50800" dir="14400000">
              <a:srgbClr val="000000">
                <a:alpha val="60000"/>
              </a:srgbClr>
            </a:outerShdw>
          </a:effectLst>
        </p:spPr>
        <p:txBody>
          <a:bodyPr vert="horz" lIns="91440" tIns="45720" rIns="91440" bIns="45720" rtlCol="0" anchor="b">
            <a:noAutofit/>
          </a:bodyPr>
          <a:lstStyle/>
          <a:p>
            <a:r>
              <a:rPr lang="en-US"/>
              <a:t>Click to edit Master title style</a:t>
            </a:r>
            <a:endParaRPr lang="en-US" dirty="0"/>
          </a:p>
        </p:txBody>
      </p:sp>
      <p:sp>
        <p:nvSpPr>
          <p:cNvPr id="3" name="Text Placeholder 2"/>
          <p:cNvSpPr>
            <a:spLocks noGrp="1"/>
          </p:cNvSpPr>
          <p:nvPr>
            <p:ph type="body" idx="1"/>
          </p:nvPr>
        </p:nvSpPr>
        <p:spPr>
          <a:xfrm>
            <a:off x="810000" y="2184401"/>
            <a:ext cx="10563285" cy="3674397"/>
          </a:xfrm>
          <a:prstGeom prst="rect">
            <a:avLst/>
          </a:prstGeom>
          <a:effectLst>
            <a:outerShdw blurRad="50800" dir="14400000">
              <a:srgbClr val="000000">
                <a:alpha val="40000"/>
              </a:srgbClr>
            </a:outerShdw>
          </a:effectLst>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p:cNvSpPr>
            <a:spLocks noGrp="1"/>
          </p:cNvSpPr>
          <p:nvPr>
            <p:ph type="ftr" sz="quarter" idx="3"/>
          </p:nvPr>
        </p:nvSpPr>
        <p:spPr>
          <a:xfrm>
            <a:off x="451514" y="6041362"/>
            <a:ext cx="8644320" cy="365125"/>
          </a:xfrm>
          <a:prstGeom prst="rect">
            <a:avLst/>
          </a:prstGeom>
        </p:spPr>
        <p:txBody>
          <a:bodyPr vert="horz" lIns="91440" tIns="45720" rIns="91440" bIns="45720" rtlCol="0" anchor="b"/>
          <a:lstStyle>
            <a:lvl1pPr algn="l">
              <a:defRPr sz="900">
                <a:solidFill>
                  <a:schemeClr val="tx1"/>
                </a:solidFill>
              </a:defRPr>
            </a:lvl1pPr>
          </a:lstStyle>
          <a:p>
            <a:endParaRPr lang="en-IN"/>
          </a:p>
        </p:txBody>
      </p:sp>
      <p:sp>
        <p:nvSpPr>
          <p:cNvPr id="4" name="Date Placeholder 3"/>
          <p:cNvSpPr>
            <a:spLocks noGrp="1"/>
          </p:cNvSpPr>
          <p:nvPr>
            <p:ph type="dt" sz="half" idx="2"/>
          </p:nvPr>
        </p:nvSpPr>
        <p:spPr>
          <a:xfrm>
            <a:off x="9334626" y="6041362"/>
            <a:ext cx="1343706" cy="365125"/>
          </a:xfrm>
          <a:prstGeom prst="rect">
            <a:avLst/>
          </a:prstGeom>
        </p:spPr>
        <p:txBody>
          <a:bodyPr vert="horz" lIns="91440" tIns="45720" rIns="91440" bIns="45720" rtlCol="0" anchor="b"/>
          <a:lstStyle>
            <a:lvl1pPr algn="r">
              <a:defRPr sz="900">
                <a:solidFill>
                  <a:schemeClr val="tx1"/>
                </a:solidFill>
              </a:defRPr>
            </a:lvl1pPr>
          </a:lstStyle>
          <a:p>
            <a:fld id="{64FE9220-C87F-4D25-814D-26A52017856F}" type="datetimeFigureOut">
              <a:rPr lang="en-IN" smtClean="0"/>
              <a:t>02-07-2026</a:t>
            </a:fld>
            <a:endParaRPr lang="en-IN"/>
          </a:p>
        </p:txBody>
      </p:sp>
      <p:sp>
        <p:nvSpPr>
          <p:cNvPr id="6" name="Slide Number Placeholder 5"/>
          <p:cNvSpPr>
            <a:spLocks noGrp="1"/>
          </p:cNvSpPr>
          <p:nvPr>
            <p:ph type="sldNum" sz="quarter" idx="4"/>
          </p:nvPr>
        </p:nvSpPr>
        <p:spPr>
          <a:xfrm>
            <a:off x="10678331" y="5915888"/>
            <a:ext cx="1062155" cy="490599"/>
          </a:xfrm>
          <a:prstGeom prst="rect">
            <a:avLst/>
          </a:prstGeom>
        </p:spPr>
        <p:txBody>
          <a:bodyPr vert="horz" lIns="91440" tIns="45720" rIns="91440" bIns="10800" rtlCol="0" anchor="b"/>
          <a:lstStyle>
            <a:lvl1pPr algn="r">
              <a:defRPr sz="2000">
                <a:solidFill>
                  <a:schemeClr val="accent1"/>
                </a:solidFill>
              </a:defRPr>
            </a:lvl1pPr>
          </a:lstStyle>
          <a:p>
            <a:fld id="{CD636479-45FA-4393-BC47-70A1C5BA8267}" type="slidenum">
              <a:rPr lang="en-IN" smtClean="0"/>
              <a:t>‹#›</a:t>
            </a:fld>
            <a:endParaRPr lang="en-IN"/>
          </a:p>
        </p:txBody>
      </p:sp>
    </p:spTree>
    <p:extLst>
      <p:ext uri="{BB962C8B-B14F-4D97-AF65-F5344CB8AC3E}">
        <p14:creationId xmlns:p14="http://schemas.microsoft.com/office/powerpoint/2010/main" val="1037735284"/>
      </p:ext>
    </p:extLst>
  </p:cSld>
  <p:clrMap bg1="dk1" tx1="lt1" bg2="dk2" tx2="lt2" accent1="accent1" accent2="accent2" accent3="accent3" accent4="accent4" accent5="accent5" accent6="accent6" hlink="hlink" folHlink="folHlink"/>
  <p:sldLayoutIdLst>
    <p:sldLayoutId id="2147483720" r:id="rId1"/>
    <p:sldLayoutId id="2147483721" r:id="rId2"/>
    <p:sldLayoutId id="2147483722" r:id="rId3"/>
    <p:sldLayoutId id="2147483723" r:id="rId4"/>
    <p:sldLayoutId id="2147483724" r:id="rId5"/>
    <p:sldLayoutId id="2147483725" r:id="rId6"/>
    <p:sldLayoutId id="2147483726" r:id="rId7"/>
    <p:sldLayoutId id="2147483727" r:id="rId8"/>
    <p:sldLayoutId id="2147483728" r:id="rId9"/>
    <p:sldLayoutId id="2147483729" r:id="rId10"/>
    <p:sldLayoutId id="2147483730" r:id="rId11"/>
    <p:sldLayoutId id="2147483731" r:id="rId12"/>
    <p:sldLayoutId id="2147483732" r:id="rId13"/>
    <p:sldLayoutId id="2147483733" r:id="rId14"/>
    <p:sldLayoutId id="2147483734" r:id="rId15"/>
  </p:sldLayoutIdLst>
  <p:txStyles>
    <p:titleStyle>
      <a:lvl1pPr algn="l" defTabSz="457200" rtl="0" eaLnBrk="1" latinLnBrk="0" hangingPunct="1">
        <a:spcBef>
          <a:spcPct val="0"/>
        </a:spcBef>
        <a:buNone/>
        <a:defRPr sz="4000" b="1" kern="1200">
          <a:solidFill>
            <a:srgbClr val="FEFEFE"/>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ct val="20000"/>
        </a:spcBef>
        <a:spcAft>
          <a:spcPts val="600"/>
        </a:spcAft>
        <a:buClr>
          <a:schemeClr val="accent1"/>
        </a:buClr>
        <a:buFont typeface="Wingdings 2" charset="2"/>
        <a:buChar char=""/>
        <a:defRPr sz="1800" kern="1200">
          <a:solidFill>
            <a:schemeClr val="tx1"/>
          </a:solidFill>
          <a:latin typeface="+mn-lt"/>
          <a:ea typeface="+mn-ea"/>
          <a:cs typeface="+mn-cs"/>
        </a:defRPr>
      </a:lvl1pPr>
      <a:lvl2pPr marL="742950" indent="-285750" algn="l" defTabSz="457200" rtl="0" eaLnBrk="1" latinLnBrk="0" hangingPunct="1">
        <a:spcBef>
          <a:spcPct val="20000"/>
        </a:spcBef>
        <a:spcAft>
          <a:spcPts val="600"/>
        </a:spcAft>
        <a:buClr>
          <a:schemeClr val="accent1"/>
        </a:buClr>
        <a:buFont typeface="Wingdings 2" charset="2"/>
        <a:buChar char=""/>
        <a:defRPr sz="1600" kern="1200">
          <a:solidFill>
            <a:schemeClr val="tx1"/>
          </a:solidFill>
          <a:latin typeface="+mn-lt"/>
          <a:ea typeface="+mn-ea"/>
          <a:cs typeface="+mn-cs"/>
        </a:defRPr>
      </a:lvl2pPr>
      <a:lvl3pPr marL="1143000" indent="-228600" algn="l" defTabSz="457200" rtl="0" eaLnBrk="1" latinLnBrk="0" hangingPunct="1">
        <a:spcBef>
          <a:spcPct val="20000"/>
        </a:spcBef>
        <a:spcAft>
          <a:spcPts val="600"/>
        </a:spcAft>
        <a:buClr>
          <a:schemeClr val="accent1"/>
        </a:buClr>
        <a:buFont typeface="Wingdings 2" charset="2"/>
        <a:buChar char=""/>
        <a:defRPr sz="1400" kern="1200">
          <a:solidFill>
            <a:schemeClr val="tx1"/>
          </a:solidFill>
          <a:latin typeface="+mn-lt"/>
          <a:ea typeface="+mn-ea"/>
          <a:cs typeface="+mn-cs"/>
        </a:defRPr>
      </a:lvl3pPr>
      <a:lvl4pPr marL="16002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4pPr>
      <a:lvl5pPr marL="20574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5pPr>
      <a:lvl6pPr marL="24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6pPr>
      <a:lvl7pPr marL="28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7pPr>
      <a:lvl8pPr marL="32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8pPr>
      <a:lvl9pPr marL="36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hyperlink" Target="https://universityinnovation.org/wiki/School:Berea_College" TargetMode="External"/></Relationships>
</file>

<file path=ppt/slides/_rels/slide2.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hyperlink" Target="mailto:pramu.rjsbusinesscollege@gmail.com" TargetMode="External"/><Relationship Id="rId1" Type="http://schemas.openxmlformats.org/officeDocument/2006/relationships/slideLayout" Target="../slideLayouts/slideLayout6.xml"/><Relationship Id="rId4" Type="http://schemas.openxmlformats.org/officeDocument/2006/relationships/image" Target="../media/image4.svg"/></Relationships>
</file>

<file path=ppt/slides/_rels/slide3.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image" Target="../media/image5.jpg"/><Relationship Id="rId1" Type="http://schemas.openxmlformats.org/officeDocument/2006/relationships/slideLayout" Target="../slideLayouts/slideLayout15.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3" Type="http://schemas.openxmlformats.org/officeDocument/2006/relationships/hyperlink" Target="https://www.picpedia.org/chalkboard/t/thank-you.html" TargetMode="External"/><Relationship Id="rId2" Type="http://schemas.openxmlformats.org/officeDocument/2006/relationships/image" Target="../media/image9.jp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56DEAE6D-3803-38C4-A17B-1D835428A423}"/>
              </a:ext>
            </a:extLst>
          </p:cNvPr>
          <p:cNvPicPr>
            <a:picLocks noChangeAspect="1"/>
          </p:cNvPicPr>
          <p:nvPr/>
        </p:nvPicPr>
        <p:blipFill>
          <a:blip r:embed="rId3">
            <a:extLst>
              <a:ext uri="{28A0092B-C50C-407E-A947-70E740481C1C}">
                <a14:useLocalDpi xmlns:a14="http://schemas.microsoft.com/office/drawing/2010/main" val="0"/>
              </a:ext>
              <a:ext uri="{837473B0-CC2E-450A-ABE3-18F120FF3D39}">
                <a1611:picAttrSrcUrl xmlns:a1611="http://schemas.microsoft.com/office/drawing/2016/11/main" r:id="rId4"/>
              </a:ext>
            </a:extLst>
          </a:blip>
          <a:stretch>
            <a:fillRect/>
          </a:stretch>
        </p:blipFill>
        <p:spPr>
          <a:xfrm>
            <a:off x="0" y="84279"/>
            <a:ext cx="12192000" cy="4898571"/>
          </a:xfrm>
          <a:prstGeom prst="rect">
            <a:avLst/>
          </a:prstGeom>
        </p:spPr>
      </p:pic>
      <p:sp>
        <p:nvSpPr>
          <p:cNvPr id="2" name="Title 1">
            <a:extLst>
              <a:ext uri="{FF2B5EF4-FFF2-40B4-BE49-F238E27FC236}">
                <a16:creationId xmlns:a16="http://schemas.microsoft.com/office/drawing/2014/main" id="{EB8E1654-2B39-CBD0-8CA5-708199B3D6DE}"/>
              </a:ext>
            </a:extLst>
          </p:cNvPr>
          <p:cNvSpPr>
            <a:spLocks noGrp="1"/>
          </p:cNvSpPr>
          <p:nvPr>
            <p:ph type="ctrTitle"/>
          </p:nvPr>
        </p:nvSpPr>
        <p:spPr>
          <a:xfrm>
            <a:off x="1670080" y="166449"/>
            <a:ext cx="9389807" cy="1042219"/>
          </a:xfrm>
        </p:spPr>
        <p:txBody>
          <a:bodyPr>
            <a:normAutofit/>
          </a:bodyPr>
          <a:lstStyle/>
          <a:p>
            <a:r>
              <a:rPr lang="en-US" b="0" dirty="0">
                <a:highlight>
                  <a:srgbClr val="000080"/>
                </a:highlight>
              </a:rPr>
              <a:t>		</a:t>
            </a:r>
            <a:r>
              <a:rPr lang="en-US" i="1" u="sng" dirty="0">
                <a:highlight>
                  <a:srgbClr val="000080"/>
                </a:highlight>
              </a:rPr>
              <a:t>RJS BUSINESS COLLEGE</a:t>
            </a:r>
            <a:endParaRPr lang="en-IN" i="1" u="sng" dirty="0">
              <a:highlight>
                <a:srgbClr val="000080"/>
              </a:highlight>
            </a:endParaRPr>
          </a:p>
        </p:txBody>
      </p:sp>
      <p:sp>
        <p:nvSpPr>
          <p:cNvPr id="3" name="Subtitle 2">
            <a:extLst>
              <a:ext uri="{FF2B5EF4-FFF2-40B4-BE49-F238E27FC236}">
                <a16:creationId xmlns:a16="http://schemas.microsoft.com/office/drawing/2014/main" id="{4C99D406-0DD2-EE1B-6602-60B11E4E5D07}"/>
              </a:ext>
            </a:extLst>
          </p:cNvPr>
          <p:cNvSpPr>
            <a:spLocks noGrp="1"/>
          </p:cNvSpPr>
          <p:nvPr>
            <p:ph type="subTitle" idx="1"/>
          </p:nvPr>
        </p:nvSpPr>
        <p:spPr>
          <a:xfrm>
            <a:off x="1455176" y="1317524"/>
            <a:ext cx="9144000" cy="825909"/>
          </a:xfrm>
        </p:spPr>
        <p:txBody>
          <a:bodyPr>
            <a:normAutofit/>
          </a:bodyPr>
          <a:lstStyle/>
          <a:p>
            <a:r>
              <a:rPr lang="en-US" sz="3600" dirty="0">
                <a:highlight>
                  <a:srgbClr val="808000"/>
                </a:highlight>
              </a:rPr>
              <a:t>EMPOWERING FUTURE BUSINESS LEADERS</a:t>
            </a:r>
            <a:endParaRPr lang="en-IN" sz="3600" dirty="0">
              <a:highlight>
                <a:srgbClr val="808000"/>
              </a:highlight>
            </a:endParaRPr>
          </a:p>
        </p:txBody>
      </p:sp>
      <p:sp>
        <p:nvSpPr>
          <p:cNvPr id="7" name="TextBox 6">
            <a:extLst>
              <a:ext uri="{FF2B5EF4-FFF2-40B4-BE49-F238E27FC236}">
                <a16:creationId xmlns:a16="http://schemas.microsoft.com/office/drawing/2014/main" id="{590063BC-8C35-B050-5F38-7BBC6F1FB6C9}"/>
              </a:ext>
            </a:extLst>
          </p:cNvPr>
          <p:cNvSpPr txBox="1"/>
          <p:nvPr/>
        </p:nvSpPr>
        <p:spPr>
          <a:xfrm>
            <a:off x="1983088" y="4982850"/>
            <a:ext cx="7980018" cy="2677656"/>
          </a:xfrm>
          <a:prstGeom prst="rect">
            <a:avLst/>
          </a:prstGeom>
          <a:noFill/>
        </p:spPr>
        <p:txBody>
          <a:bodyPr wrap="square" rtlCol="0">
            <a:spAutoFit/>
          </a:bodyPr>
          <a:lstStyle/>
          <a:p>
            <a:pPr algn="ctr"/>
            <a:r>
              <a:rPr lang="en-US" sz="3600" dirty="0">
                <a:latin typeface="Bahnschrift Light Condensed" panose="020B0502040204020203" pitchFamily="34" charset="0"/>
              </a:rPr>
              <a:t>COLLEGE MANAGEMENT SYSTEM</a:t>
            </a:r>
          </a:p>
          <a:p>
            <a:pPr algn="ctr"/>
            <a:r>
              <a:rPr lang="en-US" sz="3600" dirty="0">
                <a:latin typeface="Bahnschrift Light Condensed" panose="020B0502040204020203" pitchFamily="34" charset="0"/>
              </a:rPr>
              <a:t>Synopsis work</a:t>
            </a:r>
          </a:p>
          <a:p>
            <a:pPr algn="ctr"/>
            <a:r>
              <a:rPr lang="en-US" sz="3200" dirty="0">
                <a:latin typeface="Aptos" panose="020B0004020202020204" pitchFamily="34" charset="0"/>
              </a:rPr>
              <a:t>PRJ2432F</a:t>
            </a:r>
          </a:p>
          <a:p>
            <a:pPr algn="ctr"/>
            <a:endParaRPr lang="en-US" sz="3200" dirty="0"/>
          </a:p>
          <a:p>
            <a:pPr algn="ctr"/>
            <a:r>
              <a:rPr lang="en-US" sz="3200" dirty="0"/>
              <a:t> </a:t>
            </a:r>
            <a:endParaRPr lang="en-IN" sz="3200" dirty="0"/>
          </a:p>
        </p:txBody>
      </p:sp>
    </p:spTree>
    <p:extLst>
      <p:ext uri="{BB962C8B-B14F-4D97-AF65-F5344CB8AC3E}">
        <p14:creationId xmlns:p14="http://schemas.microsoft.com/office/powerpoint/2010/main" val="321594446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D6E99E-59FB-066A-A72B-7D5B028D852A}"/>
              </a:ext>
            </a:extLst>
          </p:cNvPr>
          <p:cNvSpPr>
            <a:spLocks noGrp="1"/>
          </p:cNvSpPr>
          <p:nvPr>
            <p:ph type="title"/>
          </p:nvPr>
        </p:nvSpPr>
        <p:spPr>
          <a:xfrm>
            <a:off x="2035279" y="255637"/>
            <a:ext cx="7492180" cy="648931"/>
          </a:xfrm>
        </p:spPr>
        <p:txBody>
          <a:bodyPr>
            <a:normAutofit fontScale="90000"/>
          </a:bodyPr>
          <a:lstStyle/>
          <a:p>
            <a:pPr algn="ctr"/>
            <a:r>
              <a:rPr lang="en-US" sz="4900" u="sng" dirty="0">
                <a:highlight>
                  <a:srgbClr val="808080"/>
                </a:highlight>
              </a:rPr>
              <a:t>INTRODUCTION</a:t>
            </a:r>
            <a:r>
              <a:rPr lang="en-US" u="sng" dirty="0">
                <a:highlight>
                  <a:srgbClr val="808080"/>
                </a:highlight>
              </a:rPr>
              <a:t>  </a:t>
            </a:r>
            <a:r>
              <a:rPr lang="en-US" u="sng" dirty="0">
                <a:highlight>
                  <a:srgbClr val="C0C0C0"/>
                </a:highlight>
              </a:rPr>
              <a:t> </a:t>
            </a:r>
            <a:endParaRPr lang="en-IN" u="sng" dirty="0">
              <a:highlight>
                <a:srgbClr val="C0C0C0"/>
              </a:highlight>
            </a:endParaRPr>
          </a:p>
        </p:txBody>
      </p:sp>
      <p:sp>
        <p:nvSpPr>
          <p:cNvPr id="4" name="TextBox 3">
            <a:extLst>
              <a:ext uri="{FF2B5EF4-FFF2-40B4-BE49-F238E27FC236}">
                <a16:creationId xmlns:a16="http://schemas.microsoft.com/office/drawing/2014/main" id="{8ED9E848-96C4-63AA-87D3-F33DABCA5D60}"/>
              </a:ext>
            </a:extLst>
          </p:cNvPr>
          <p:cNvSpPr txBox="1"/>
          <p:nvPr/>
        </p:nvSpPr>
        <p:spPr>
          <a:xfrm>
            <a:off x="748480" y="970426"/>
            <a:ext cx="10695039" cy="4687437"/>
          </a:xfrm>
          <a:prstGeom prst="rect">
            <a:avLst/>
          </a:prstGeom>
          <a:noFill/>
        </p:spPr>
        <p:txBody>
          <a:bodyPr wrap="square" lIns="91440" tIns="45720" rIns="91440" bIns="45720" rtlCol="0" anchor="t">
            <a:spAutoFit/>
          </a:bodyPr>
          <a:lstStyle/>
          <a:p>
            <a:pPr>
              <a:lnSpc>
                <a:spcPct val="115000"/>
              </a:lnSpc>
              <a:spcAft>
                <a:spcPts val="1000"/>
              </a:spcAft>
            </a:pPr>
            <a:r>
              <a:rPr lang="en-US" b="1" dirty="0">
                <a:solidFill>
                  <a:schemeClr val="bg1"/>
                </a:solidFill>
                <a:latin typeface="Century Schoolbook"/>
                <a:ea typeface="Times New Roman" panose="02020603050405020304" pitchFamily="18" charset="0"/>
                <a:cs typeface="Times New Roman"/>
              </a:rPr>
              <a:t>Welcome to RJS BUSINESS COLLEGE, a vibrant and inclusive educational community dedicated to empowering students to achieve academic excellence, personal growth, and social responsibility.</a:t>
            </a:r>
            <a:endParaRPr lang="en-IN" dirty="0">
              <a:solidFill>
                <a:schemeClr val="bg1"/>
              </a:solidFill>
              <a:latin typeface="Century Schoolbook"/>
              <a:ea typeface="Times New Roman" panose="02020603050405020304" pitchFamily="18" charset="0"/>
              <a:cs typeface="Times New Roman"/>
            </a:endParaRPr>
          </a:p>
          <a:p>
            <a:pPr>
              <a:lnSpc>
                <a:spcPct val="114999"/>
              </a:lnSpc>
              <a:spcAft>
                <a:spcPts val="1000"/>
              </a:spcAft>
            </a:pPr>
            <a:endParaRPr lang="en-US" b="1" dirty="0">
              <a:latin typeface="Century Schoolbook"/>
              <a:ea typeface="Times New Roman" panose="02020603050405020304" pitchFamily="18" charset="0"/>
              <a:cs typeface="Times New Roman"/>
            </a:endParaRPr>
          </a:p>
          <a:p>
            <a:pPr>
              <a:lnSpc>
                <a:spcPct val="115000"/>
              </a:lnSpc>
              <a:spcAft>
                <a:spcPts val="1000"/>
              </a:spcAft>
            </a:pPr>
            <a:r>
              <a:rPr lang="en-US" b="1" dirty="0">
                <a:latin typeface="Century Schoolbook"/>
                <a:ea typeface="Times New Roman" panose="02020603050405020304" pitchFamily="18" charset="0"/>
                <a:cs typeface="Times New Roman"/>
              </a:rPr>
              <a:t>Located in GAYA, RJS BUSINESS COLLEGE has a rich history of 1999 years of providing high-quality education to students from diverse backgrounds. Our College’s mission is to foster a love of learning, creativity, and critical thinking, preparing our graduates to thrive in an ever-changing world.</a:t>
            </a:r>
            <a:endParaRPr lang="en-IN" dirty="0">
              <a:latin typeface="Century Schoolbook"/>
              <a:ea typeface="Times New Roman" panose="02020603050405020304" pitchFamily="18" charset="0"/>
              <a:cs typeface="Times New Roman"/>
            </a:endParaRPr>
          </a:p>
          <a:p>
            <a:r>
              <a:rPr lang="en-US" b="1" dirty="0">
                <a:latin typeface="Century Schoolbook"/>
                <a:ea typeface="Times New Roman" panose="02020603050405020304" pitchFamily="18" charset="0"/>
                <a:cs typeface="Times New Roman"/>
              </a:rPr>
              <a:t>With a strong focus on Coding, Management And etc. our experienced faculty and staff strive to create a supportive and engaging environment that encourages students to reach their full potential.</a:t>
            </a:r>
          </a:p>
          <a:p>
            <a:endParaRPr lang="en-US" b="1" dirty="0">
              <a:latin typeface="Century Schoolbook" panose="02040604050505020304" pitchFamily="18" charset="0"/>
              <a:cs typeface="Times New Roman" panose="02020603050405020304" pitchFamily="18" charset="0"/>
            </a:endParaRPr>
          </a:p>
          <a:p>
            <a:r>
              <a:rPr lang="en-US" b="1" dirty="0">
                <a:latin typeface="Century Schoolbook"/>
                <a:cs typeface="Times New Roman"/>
              </a:rPr>
              <a:t> </a:t>
            </a:r>
            <a:r>
              <a:rPr lang="en-IN" dirty="0"/>
              <a:t>Directed By</a:t>
            </a:r>
            <a:r>
              <a:rPr lang="en-IN" dirty="0">
                <a:sym typeface="Wingdings" panose="05000000000000000000" pitchFamily="2" charset="2"/>
              </a:rPr>
              <a:t> MR.PRAMU KUMAR                                                          Principal: MR. SHAJIV SINGH</a:t>
            </a:r>
            <a:endParaRPr lang="en-IN" dirty="0">
              <a:ea typeface="Calibri"/>
              <a:cs typeface="Calibri"/>
            </a:endParaRPr>
          </a:p>
          <a:p>
            <a:r>
              <a:rPr lang="en-IN" dirty="0">
                <a:sym typeface="Wingdings" panose="05000000000000000000" pitchFamily="2" charset="2"/>
              </a:rPr>
              <a:t> </a:t>
            </a:r>
            <a:r>
              <a:rPr lang="en-IN" dirty="0">
                <a:sym typeface="Wingdings" panose="05000000000000000000" pitchFamily="2" charset="2"/>
                <a:hlinkClick r:id="rId2">
                  <a:extLst>
                    <a:ext uri="{A12FA001-AC4F-418D-AE19-62706E023703}">
                      <ahyp:hlinkClr xmlns:ahyp="http://schemas.microsoft.com/office/drawing/2018/hyperlinkcolor" val="tx"/>
                    </a:ext>
                  </a:extLst>
                </a:hlinkClick>
              </a:rPr>
              <a:t>pramu.rjsbusinesscollege@gmail.com</a:t>
            </a:r>
            <a:r>
              <a:rPr lang="en-IN" dirty="0">
                <a:sym typeface="Wingdings" panose="05000000000000000000" pitchFamily="2" charset="2"/>
              </a:rPr>
              <a:t>                                                       7294171301</a:t>
            </a:r>
            <a:endParaRPr lang="en-IN" dirty="0">
              <a:ea typeface="Calibri"/>
              <a:cs typeface="Calibri"/>
            </a:endParaRPr>
          </a:p>
        </p:txBody>
      </p:sp>
      <p:pic>
        <p:nvPicPr>
          <p:cNvPr id="6" name="Graphic 5" descr="Envelope with solid fill">
            <a:extLst>
              <a:ext uri="{FF2B5EF4-FFF2-40B4-BE49-F238E27FC236}">
                <a16:creationId xmlns:a16="http://schemas.microsoft.com/office/drawing/2014/main" id="{EDC1361A-B421-2B31-CD8A-32C4EA9E81A3}"/>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897659" y="5778015"/>
            <a:ext cx="243349" cy="243349"/>
          </a:xfrm>
          <a:prstGeom prst="rect">
            <a:avLst/>
          </a:prstGeom>
        </p:spPr>
      </p:pic>
      <p:pic>
        <p:nvPicPr>
          <p:cNvPr id="8" name="Graphic 7" descr="Speaker phone with solid fill">
            <a:extLst>
              <a:ext uri="{FF2B5EF4-FFF2-40B4-BE49-F238E27FC236}">
                <a16:creationId xmlns:a16="http://schemas.microsoft.com/office/drawing/2014/main" id="{16B99D96-8634-968E-62ED-1BECE2C47086}"/>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rot="16015857" flipV="1">
            <a:off x="8244878" y="5772207"/>
            <a:ext cx="323392" cy="238740"/>
          </a:xfrm>
          <a:prstGeom prst="rect">
            <a:avLst/>
          </a:prstGeom>
        </p:spPr>
      </p:pic>
    </p:spTree>
    <p:extLst>
      <p:ext uri="{BB962C8B-B14F-4D97-AF65-F5344CB8AC3E}">
        <p14:creationId xmlns:p14="http://schemas.microsoft.com/office/powerpoint/2010/main" val="396592278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93A6BF-0E11-0D03-91B9-17F6A9CA1C89}"/>
              </a:ext>
            </a:extLst>
          </p:cNvPr>
          <p:cNvSpPr>
            <a:spLocks noGrp="1"/>
          </p:cNvSpPr>
          <p:nvPr>
            <p:ph type="title"/>
          </p:nvPr>
        </p:nvSpPr>
        <p:spPr>
          <a:xfrm>
            <a:off x="6016250" y="4912107"/>
            <a:ext cx="1869221" cy="566738"/>
          </a:xfrm>
        </p:spPr>
        <p:txBody>
          <a:bodyPr/>
          <a:lstStyle/>
          <a:p>
            <a:endParaRPr lang="en-IN" dirty="0"/>
          </a:p>
        </p:txBody>
      </p:sp>
      <p:pic>
        <p:nvPicPr>
          <p:cNvPr id="7" name="Picture Placeholder 6">
            <a:extLst>
              <a:ext uri="{FF2B5EF4-FFF2-40B4-BE49-F238E27FC236}">
                <a16:creationId xmlns:a16="http://schemas.microsoft.com/office/drawing/2014/main" id="{D846DC81-6934-4297-EADD-DBE08F003BFF}"/>
              </a:ext>
            </a:extLst>
          </p:cNvPr>
          <p:cNvPicPr>
            <a:picLocks noGrp="1" noChangeAspect="1"/>
          </p:cNvPicPr>
          <p:nvPr>
            <p:ph type="pic" idx="1"/>
          </p:nvPr>
        </p:nvPicPr>
        <p:blipFill>
          <a:blip r:embed="rId2">
            <a:extLst>
              <a:ext uri="{28A0092B-C50C-407E-A947-70E740481C1C}">
                <a14:useLocalDpi xmlns:a14="http://schemas.microsoft.com/office/drawing/2010/main" val="0"/>
              </a:ext>
            </a:extLst>
          </a:blip>
          <a:srcRect t="27636" b="27636"/>
          <a:stretch>
            <a:fillRect/>
          </a:stretch>
        </p:blipFill>
        <p:spPr>
          <a:xfrm>
            <a:off x="5525730" y="221749"/>
            <a:ext cx="6393150" cy="5411788"/>
          </a:xfrm>
        </p:spPr>
      </p:pic>
      <p:pic>
        <p:nvPicPr>
          <p:cNvPr id="9" name="Picture 8">
            <a:extLst>
              <a:ext uri="{FF2B5EF4-FFF2-40B4-BE49-F238E27FC236}">
                <a16:creationId xmlns:a16="http://schemas.microsoft.com/office/drawing/2014/main" id="{41B4BCC6-CF01-5D13-7092-FF630826AE1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7158" y="226607"/>
            <a:ext cx="5233875" cy="5411788"/>
          </a:xfrm>
          <a:prstGeom prst="rect">
            <a:avLst/>
          </a:prstGeom>
        </p:spPr>
      </p:pic>
      <p:sp>
        <p:nvSpPr>
          <p:cNvPr id="10" name="TextBox 9">
            <a:extLst>
              <a:ext uri="{FF2B5EF4-FFF2-40B4-BE49-F238E27FC236}">
                <a16:creationId xmlns:a16="http://schemas.microsoft.com/office/drawing/2014/main" id="{84F78671-A7AC-1D6E-6FC3-5494ACA492C2}"/>
              </a:ext>
            </a:extLst>
          </p:cNvPr>
          <p:cNvSpPr txBox="1"/>
          <p:nvPr/>
        </p:nvSpPr>
        <p:spPr>
          <a:xfrm>
            <a:off x="-224225" y="5773462"/>
            <a:ext cx="4878396" cy="769441"/>
          </a:xfrm>
          <a:prstGeom prst="rect">
            <a:avLst/>
          </a:prstGeom>
          <a:noFill/>
        </p:spPr>
        <p:txBody>
          <a:bodyPr wrap="square" rtlCol="0">
            <a:spAutoFit/>
          </a:bodyPr>
          <a:lstStyle/>
          <a:p>
            <a:r>
              <a:rPr lang="en-US" sz="4400" dirty="0"/>
              <a:t>              BBM</a:t>
            </a:r>
            <a:endParaRPr lang="en-IN" sz="4400" dirty="0"/>
          </a:p>
        </p:txBody>
      </p:sp>
      <p:sp>
        <p:nvSpPr>
          <p:cNvPr id="11" name="TextBox 10">
            <a:extLst>
              <a:ext uri="{FF2B5EF4-FFF2-40B4-BE49-F238E27FC236}">
                <a16:creationId xmlns:a16="http://schemas.microsoft.com/office/drawing/2014/main" id="{26B3B9FA-B9BF-2A21-15F7-7EBD467D2C8F}"/>
              </a:ext>
            </a:extLst>
          </p:cNvPr>
          <p:cNvSpPr txBox="1"/>
          <p:nvPr/>
        </p:nvSpPr>
        <p:spPr>
          <a:xfrm>
            <a:off x="7631939" y="5773461"/>
            <a:ext cx="3710440" cy="769441"/>
          </a:xfrm>
          <a:prstGeom prst="rect">
            <a:avLst/>
          </a:prstGeom>
          <a:noFill/>
        </p:spPr>
        <p:txBody>
          <a:bodyPr wrap="square" rtlCol="0">
            <a:spAutoFit/>
          </a:bodyPr>
          <a:lstStyle/>
          <a:p>
            <a:r>
              <a:rPr lang="en-US" sz="4400" dirty="0"/>
              <a:t>      BCA</a:t>
            </a:r>
            <a:endParaRPr lang="en-IN" sz="4400" dirty="0"/>
          </a:p>
        </p:txBody>
      </p:sp>
    </p:spTree>
    <p:extLst>
      <p:ext uri="{BB962C8B-B14F-4D97-AF65-F5344CB8AC3E}">
        <p14:creationId xmlns:p14="http://schemas.microsoft.com/office/powerpoint/2010/main" val="377596491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EF7C66-D1AA-9E5F-1C48-5944B7BFBFB6}"/>
              </a:ext>
            </a:extLst>
          </p:cNvPr>
          <p:cNvSpPr>
            <a:spLocks noGrp="1"/>
          </p:cNvSpPr>
          <p:nvPr>
            <p:ph type="ctrTitle"/>
          </p:nvPr>
        </p:nvSpPr>
        <p:spPr>
          <a:xfrm>
            <a:off x="4144297" y="0"/>
            <a:ext cx="3903406" cy="933911"/>
          </a:xfrm>
        </p:spPr>
        <p:txBody>
          <a:bodyPr>
            <a:normAutofit/>
          </a:bodyPr>
          <a:lstStyle/>
          <a:p>
            <a:r>
              <a:rPr lang="en-US" sz="4400" u="sng" dirty="0">
                <a:highlight>
                  <a:srgbClr val="C0C0C0"/>
                </a:highlight>
              </a:rPr>
              <a:t>STATEMENT</a:t>
            </a:r>
            <a:endParaRPr lang="en-IN" sz="4400" dirty="0"/>
          </a:p>
        </p:txBody>
      </p:sp>
      <p:sp>
        <p:nvSpPr>
          <p:cNvPr id="3" name="Subtitle 2">
            <a:extLst>
              <a:ext uri="{FF2B5EF4-FFF2-40B4-BE49-F238E27FC236}">
                <a16:creationId xmlns:a16="http://schemas.microsoft.com/office/drawing/2014/main" id="{D68546D4-E3D3-68A1-F8C2-FF7C99484402}"/>
              </a:ext>
            </a:extLst>
          </p:cNvPr>
          <p:cNvSpPr>
            <a:spLocks noGrp="1"/>
          </p:cNvSpPr>
          <p:nvPr>
            <p:ph type="subTitle" idx="1"/>
          </p:nvPr>
        </p:nvSpPr>
        <p:spPr>
          <a:xfrm>
            <a:off x="1093838" y="1315793"/>
            <a:ext cx="9699523" cy="1248697"/>
          </a:xfrm>
        </p:spPr>
        <p:txBody>
          <a:bodyPr>
            <a:noAutofit/>
          </a:bodyPr>
          <a:lstStyle/>
          <a:p>
            <a:r>
              <a:rPr lang="en-US" sz="2000" dirty="0">
                <a:highlight>
                  <a:srgbClr val="000000"/>
                </a:highlight>
              </a:rPr>
              <a:t>At RJS BUSINESS COLLEGE, Our Mission Is To Provide High-Quality Education, Training, And Research Opportunities To Prepare Student For Successful Careers In Business And  Management.</a:t>
            </a:r>
            <a:endParaRPr lang="en-IN" sz="2000" dirty="0">
              <a:highlight>
                <a:srgbClr val="000000"/>
              </a:highlight>
            </a:endParaRPr>
          </a:p>
        </p:txBody>
      </p:sp>
      <p:sp>
        <p:nvSpPr>
          <p:cNvPr id="4" name="TextBox 3">
            <a:extLst>
              <a:ext uri="{FF2B5EF4-FFF2-40B4-BE49-F238E27FC236}">
                <a16:creationId xmlns:a16="http://schemas.microsoft.com/office/drawing/2014/main" id="{F03ECFD6-7015-101C-8824-364233B6C426}"/>
              </a:ext>
            </a:extLst>
          </p:cNvPr>
          <p:cNvSpPr txBox="1"/>
          <p:nvPr/>
        </p:nvSpPr>
        <p:spPr>
          <a:xfrm>
            <a:off x="393288" y="3167390"/>
            <a:ext cx="2094267" cy="523220"/>
          </a:xfrm>
          <a:prstGeom prst="rect">
            <a:avLst/>
          </a:prstGeom>
          <a:noFill/>
        </p:spPr>
        <p:txBody>
          <a:bodyPr wrap="square" rtlCol="0">
            <a:spAutoFit/>
          </a:bodyPr>
          <a:lstStyle/>
          <a:p>
            <a:r>
              <a:rPr lang="en-US" sz="2800" dirty="0">
                <a:solidFill>
                  <a:schemeClr val="bg1"/>
                </a:solidFill>
              </a:rPr>
              <a:t>    BCA  :  </a:t>
            </a:r>
            <a:endParaRPr lang="en-IN" dirty="0">
              <a:solidFill>
                <a:schemeClr val="bg1"/>
              </a:solidFill>
            </a:endParaRPr>
          </a:p>
        </p:txBody>
      </p:sp>
      <p:sp>
        <p:nvSpPr>
          <p:cNvPr id="5" name="TextBox 4">
            <a:extLst>
              <a:ext uri="{FF2B5EF4-FFF2-40B4-BE49-F238E27FC236}">
                <a16:creationId xmlns:a16="http://schemas.microsoft.com/office/drawing/2014/main" id="{A279BF7B-FCAC-B073-D929-9D6DFA0D357B}"/>
              </a:ext>
            </a:extLst>
          </p:cNvPr>
          <p:cNvSpPr txBox="1"/>
          <p:nvPr/>
        </p:nvSpPr>
        <p:spPr>
          <a:xfrm>
            <a:off x="2271249" y="3346794"/>
            <a:ext cx="8160775" cy="1015663"/>
          </a:xfrm>
          <a:prstGeom prst="rect">
            <a:avLst/>
          </a:prstGeom>
          <a:noFill/>
        </p:spPr>
        <p:txBody>
          <a:bodyPr wrap="square" rtlCol="0">
            <a:spAutoFit/>
          </a:bodyPr>
          <a:lstStyle/>
          <a:p>
            <a:r>
              <a:rPr lang="en-US" sz="2000" dirty="0">
                <a:solidFill>
                  <a:schemeClr val="bg1"/>
                </a:solidFill>
              </a:rPr>
              <a:t>1)Empowering tech-savvy professionals for a digital world.</a:t>
            </a:r>
          </a:p>
          <a:p>
            <a:r>
              <a:rPr lang="en-US" sz="2000" dirty="0">
                <a:solidFill>
                  <a:schemeClr val="bg1"/>
                </a:solidFill>
              </a:rPr>
              <a:t>2)Transforming students into innovative IT leaders.</a:t>
            </a:r>
          </a:p>
          <a:p>
            <a:r>
              <a:rPr lang="en-US" sz="2000" dirty="0">
                <a:solidFill>
                  <a:schemeClr val="bg1"/>
                </a:solidFill>
              </a:rPr>
              <a:t>3)Bridging technology and talent for a brighter tomorrow.</a:t>
            </a:r>
            <a:endParaRPr lang="en-IN" sz="2000" dirty="0">
              <a:solidFill>
                <a:schemeClr val="bg1"/>
              </a:solidFill>
            </a:endParaRPr>
          </a:p>
        </p:txBody>
      </p:sp>
      <p:sp>
        <p:nvSpPr>
          <p:cNvPr id="6" name="TextBox 5">
            <a:extLst>
              <a:ext uri="{FF2B5EF4-FFF2-40B4-BE49-F238E27FC236}">
                <a16:creationId xmlns:a16="http://schemas.microsoft.com/office/drawing/2014/main" id="{72AED803-C995-B948-A0C2-7F5A36D992D0}"/>
              </a:ext>
            </a:extLst>
          </p:cNvPr>
          <p:cNvSpPr txBox="1"/>
          <p:nvPr/>
        </p:nvSpPr>
        <p:spPr>
          <a:xfrm>
            <a:off x="963558" y="4896409"/>
            <a:ext cx="1307691" cy="523220"/>
          </a:xfrm>
          <a:prstGeom prst="rect">
            <a:avLst/>
          </a:prstGeom>
          <a:noFill/>
        </p:spPr>
        <p:txBody>
          <a:bodyPr wrap="square" rtlCol="0">
            <a:spAutoFit/>
          </a:bodyPr>
          <a:lstStyle/>
          <a:p>
            <a:r>
              <a:rPr lang="en-US" sz="2800" dirty="0"/>
              <a:t> BBM :</a:t>
            </a:r>
            <a:endParaRPr lang="en-IN" sz="2800" dirty="0"/>
          </a:p>
        </p:txBody>
      </p:sp>
      <p:sp>
        <p:nvSpPr>
          <p:cNvPr id="9" name="TextBox 8">
            <a:extLst>
              <a:ext uri="{FF2B5EF4-FFF2-40B4-BE49-F238E27FC236}">
                <a16:creationId xmlns:a16="http://schemas.microsoft.com/office/drawing/2014/main" id="{58024F26-484C-81D4-A6EF-8201F52487D8}"/>
              </a:ext>
            </a:extLst>
          </p:cNvPr>
          <p:cNvSpPr txBox="1"/>
          <p:nvPr/>
        </p:nvSpPr>
        <p:spPr>
          <a:xfrm>
            <a:off x="2639960" y="5055779"/>
            <a:ext cx="7216880" cy="1631216"/>
          </a:xfrm>
          <a:prstGeom prst="rect">
            <a:avLst/>
          </a:prstGeom>
          <a:noFill/>
        </p:spPr>
        <p:txBody>
          <a:bodyPr wrap="square" rtlCol="0">
            <a:spAutoFit/>
          </a:bodyPr>
          <a:lstStyle/>
          <a:p>
            <a:r>
              <a:rPr lang="en-US" sz="2000" dirty="0"/>
              <a:t> </a:t>
            </a:r>
            <a:r>
              <a:rPr lang="en-IN" sz="2000" dirty="0"/>
              <a:t>1)Empowering leaders, transforming businesses </a:t>
            </a:r>
          </a:p>
          <a:p>
            <a:r>
              <a:rPr lang="en-US" sz="2000" dirty="0"/>
              <a:t>2)Nurturing visionary entrepreneurs and managers.</a:t>
            </a:r>
          </a:p>
          <a:p>
            <a:r>
              <a:rPr lang="en-US" sz="2000" dirty="0"/>
              <a:t>3)Developing global business leaders, one student at a time.</a:t>
            </a:r>
            <a:endParaRPr lang="en-IN" sz="2000" dirty="0"/>
          </a:p>
          <a:p>
            <a:endParaRPr lang="en-IN" sz="2000" dirty="0"/>
          </a:p>
        </p:txBody>
      </p:sp>
      <p:sp>
        <p:nvSpPr>
          <p:cNvPr id="11" name="AutoShape 2" descr="B2C EdTech Multilingual Study Application">
            <a:extLst>
              <a:ext uri="{FF2B5EF4-FFF2-40B4-BE49-F238E27FC236}">
                <a16:creationId xmlns:a16="http://schemas.microsoft.com/office/drawing/2014/main" id="{D031084E-245C-AB19-1D33-D35524A63FC2}"/>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Tree>
    <p:extLst>
      <p:ext uri="{BB962C8B-B14F-4D97-AF65-F5344CB8AC3E}">
        <p14:creationId xmlns:p14="http://schemas.microsoft.com/office/powerpoint/2010/main" val="20716402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barn(inVertical)">
                                      <p:cBhvr>
                                        <p:cTn id="7" dur="500"/>
                                        <p:tgtEl>
                                          <p:spTgt spid="5">
                                            <p:txEl>
                                              <p:pRg st="0" end="0"/>
                                            </p:txEl>
                                          </p:spTgt>
                                        </p:tgtEl>
                                      </p:cBhvr>
                                    </p:animEffect>
                                  </p:childTnLst>
                                </p:cTn>
                              </p:par>
                              <p:par>
                                <p:cTn id="8" presetID="16" presetClass="entr" presetSubtype="21" fill="hold" nodeType="withEffect">
                                  <p:stCondLst>
                                    <p:cond delay="0"/>
                                  </p:stCondLst>
                                  <p:childTnLst>
                                    <p:set>
                                      <p:cBhvr>
                                        <p:cTn id="9" dur="1" fill="hold">
                                          <p:stCondLst>
                                            <p:cond delay="0"/>
                                          </p:stCondLst>
                                        </p:cTn>
                                        <p:tgtEl>
                                          <p:spTgt spid="5">
                                            <p:txEl>
                                              <p:pRg st="1" end="1"/>
                                            </p:txEl>
                                          </p:spTgt>
                                        </p:tgtEl>
                                        <p:attrNameLst>
                                          <p:attrName>style.visibility</p:attrName>
                                        </p:attrNameLst>
                                      </p:cBhvr>
                                      <p:to>
                                        <p:strVal val="visible"/>
                                      </p:to>
                                    </p:set>
                                    <p:animEffect transition="in" filter="barn(inVertical)">
                                      <p:cBhvr>
                                        <p:cTn id="10" dur="500"/>
                                        <p:tgtEl>
                                          <p:spTgt spid="5">
                                            <p:txEl>
                                              <p:pRg st="1" end="1"/>
                                            </p:txEl>
                                          </p:spTgt>
                                        </p:tgtEl>
                                      </p:cBhvr>
                                    </p:animEffect>
                                  </p:childTnLst>
                                </p:cTn>
                              </p:par>
                              <p:par>
                                <p:cTn id="11" presetID="16" presetClass="entr" presetSubtype="21" fill="hold" nodeType="withEffect">
                                  <p:stCondLst>
                                    <p:cond delay="0"/>
                                  </p:stCondLst>
                                  <p:childTnLst>
                                    <p:set>
                                      <p:cBhvr>
                                        <p:cTn id="12" dur="1" fill="hold">
                                          <p:stCondLst>
                                            <p:cond delay="0"/>
                                          </p:stCondLst>
                                        </p:cTn>
                                        <p:tgtEl>
                                          <p:spTgt spid="5">
                                            <p:txEl>
                                              <p:pRg st="2" end="2"/>
                                            </p:txEl>
                                          </p:spTgt>
                                        </p:tgtEl>
                                        <p:attrNameLst>
                                          <p:attrName>style.visibility</p:attrName>
                                        </p:attrNameLst>
                                      </p:cBhvr>
                                      <p:to>
                                        <p:strVal val="visible"/>
                                      </p:to>
                                    </p:set>
                                    <p:animEffect transition="in" filter="barn(inVertical)">
                                      <p:cBhvr>
                                        <p:cTn id="13" dur="500"/>
                                        <p:tgtEl>
                                          <p:spTgt spid="5">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5B6416-521F-FFC3-0777-5D0265E40CE5}"/>
              </a:ext>
            </a:extLst>
          </p:cNvPr>
          <p:cNvSpPr>
            <a:spLocks noGrp="1"/>
          </p:cNvSpPr>
          <p:nvPr>
            <p:ph type="title"/>
          </p:nvPr>
        </p:nvSpPr>
        <p:spPr>
          <a:xfrm>
            <a:off x="2932471" y="58994"/>
            <a:ext cx="6270523" cy="776747"/>
          </a:xfrm>
        </p:spPr>
        <p:txBody>
          <a:bodyPr vert="horz" lIns="91440" tIns="45720" rIns="91440" bIns="45720" rtlCol="0" anchor="ctr">
            <a:normAutofit fontScale="90000"/>
          </a:bodyPr>
          <a:lstStyle/>
          <a:p>
            <a:pPr algn="ctr"/>
            <a:r>
              <a:rPr lang="en-US" sz="2800" b="1" u="sng" dirty="0">
                <a:highlight>
                  <a:srgbClr val="808080"/>
                </a:highlight>
              </a:rPr>
              <a:t>LIMIT</a:t>
            </a:r>
            <a:r>
              <a:rPr lang="en-US" sz="2800" u="sng" dirty="0">
                <a:highlight>
                  <a:srgbClr val="808080"/>
                </a:highlight>
              </a:rPr>
              <a:t>AT</a:t>
            </a:r>
            <a:r>
              <a:rPr lang="en-US" sz="2800" b="1" u="sng" dirty="0">
                <a:highlight>
                  <a:srgbClr val="808080"/>
                </a:highlight>
              </a:rPr>
              <a:t>ION OF THE EXISTING SYSTEM</a:t>
            </a:r>
            <a:endParaRPr lang="en-US" sz="2800" dirty="0">
              <a:highlight>
                <a:srgbClr val="808080"/>
              </a:highlight>
            </a:endParaRPr>
          </a:p>
        </p:txBody>
      </p:sp>
      <p:sp>
        <p:nvSpPr>
          <p:cNvPr id="27" name="TextBox 26">
            <a:extLst>
              <a:ext uri="{FF2B5EF4-FFF2-40B4-BE49-F238E27FC236}">
                <a16:creationId xmlns:a16="http://schemas.microsoft.com/office/drawing/2014/main" id="{36ADAD52-AA18-F8D0-FA38-D4E4B60DD3EE}"/>
              </a:ext>
            </a:extLst>
          </p:cNvPr>
          <p:cNvSpPr txBox="1"/>
          <p:nvPr/>
        </p:nvSpPr>
        <p:spPr>
          <a:xfrm>
            <a:off x="442452" y="835741"/>
            <a:ext cx="11307096" cy="6186309"/>
          </a:xfrm>
          <a:prstGeom prst="rect">
            <a:avLst/>
          </a:prstGeom>
          <a:noFill/>
        </p:spPr>
        <p:txBody>
          <a:bodyPr wrap="square" rtlCol="0">
            <a:spAutoFit/>
          </a:bodyPr>
          <a:lstStyle/>
          <a:p>
            <a:r>
              <a:rPr lang="en-US" dirty="0">
                <a:solidFill>
                  <a:schemeClr val="bg1"/>
                </a:solidFill>
              </a:rPr>
              <a:t>According to existing system there is some limitation in manual work :- </a:t>
            </a:r>
          </a:p>
          <a:p>
            <a:endParaRPr lang="en-US" dirty="0">
              <a:solidFill>
                <a:schemeClr val="bg1"/>
              </a:solidFill>
            </a:endParaRPr>
          </a:p>
          <a:p>
            <a:pPr marL="285750" indent="-285750">
              <a:buFont typeface="Arial" panose="020B0604020202020204" pitchFamily="34" charset="0"/>
              <a:buChar char="•"/>
            </a:pPr>
            <a:r>
              <a:rPr lang="en-US" dirty="0">
                <a:solidFill>
                  <a:schemeClr val="bg1"/>
                </a:solidFill>
              </a:rPr>
              <a:t>In existing system the organization faces many problem such as updation and deletion of records. </a:t>
            </a:r>
          </a:p>
          <a:p>
            <a:endParaRPr lang="en-US" dirty="0"/>
          </a:p>
          <a:p>
            <a:pPr marL="285750" indent="-285750">
              <a:buFont typeface="Arial" panose="020B0604020202020204" pitchFamily="34" charset="0"/>
              <a:buChar char="•"/>
            </a:pPr>
            <a:r>
              <a:rPr lang="en-US" dirty="0"/>
              <a:t>In existing system once data is loss we cannot retrieve data . But in software we have backup and recovery option that helps us to retrieve data. </a:t>
            </a:r>
          </a:p>
          <a:p>
            <a:endParaRPr lang="en-US" dirty="0"/>
          </a:p>
          <a:p>
            <a:pPr marL="285750" indent="-285750">
              <a:buFont typeface="Arial" panose="020B0604020202020204" pitchFamily="34" charset="0"/>
              <a:buChar char="•"/>
            </a:pPr>
            <a:r>
              <a:rPr lang="en-US" dirty="0"/>
              <a:t>When we search random student data it takes many time and go through one by one first but in software we directly search student data by entering their respective roll number and registration number. </a:t>
            </a:r>
          </a:p>
          <a:p>
            <a:endParaRPr lang="en-US" dirty="0"/>
          </a:p>
          <a:p>
            <a:endParaRPr lang="en-US" dirty="0"/>
          </a:p>
          <a:p>
            <a:pPr marL="285750" indent="-285750">
              <a:buFont typeface="Arial" panose="020B0604020202020204" pitchFamily="34" charset="0"/>
              <a:buChar char="•"/>
            </a:pPr>
            <a:r>
              <a:rPr lang="en-US" dirty="0"/>
              <a:t>Existing System faces hard copy problems and maintain registers for student details. But in software we go through with soft copy, there is no need to maintain registers. </a:t>
            </a:r>
          </a:p>
          <a:p>
            <a:endParaRPr lang="en-US" dirty="0"/>
          </a:p>
          <a:p>
            <a:pPr marL="285750" indent="-285750">
              <a:buFont typeface="Arial" panose="020B0604020202020204" pitchFamily="34" charset="0"/>
              <a:buChar char="•"/>
            </a:pPr>
            <a:r>
              <a:rPr lang="en-US" dirty="0"/>
              <a:t>In existing system security of data is big issue but in software system we secure our data by giving LOGIN ID and PASSWORD. </a:t>
            </a:r>
          </a:p>
          <a:p>
            <a:endParaRPr lang="en-US" dirty="0"/>
          </a:p>
          <a:p>
            <a:pPr marL="285750" indent="-285750">
              <a:buFont typeface="Arial" panose="020B0604020202020204" pitchFamily="34" charset="0"/>
              <a:buChar char="•"/>
            </a:pPr>
            <a:r>
              <a:rPr lang="en-US" dirty="0"/>
              <a:t>The editing of files is also a major problems inexisting system. But in software system editing process is done very easily.</a:t>
            </a:r>
          </a:p>
          <a:p>
            <a:endParaRPr lang="en-US" dirty="0"/>
          </a:p>
          <a:p>
            <a:r>
              <a:rPr lang="en-US" dirty="0"/>
              <a:t> </a:t>
            </a:r>
            <a:endParaRPr lang="en-IN" dirty="0"/>
          </a:p>
        </p:txBody>
      </p:sp>
    </p:spTree>
    <p:extLst>
      <p:ext uri="{BB962C8B-B14F-4D97-AF65-F5344CB8AC3E}">
        <p14:creationId xmlns:p14="http://schemas.microsoft.com/office/powerpoint/2010/main" val="61171316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06FA19E-2CD9-AFC4-B302-6D19AA088F00}"/>
              </a:ext>
            </a:extLst>
          </p:cNvPr>
          <p:cNvSpPr txBox="1"/>
          <p:nvPr/>
        </p:nvSpPr>
        <p:spPr>
          <a:xfrm>
            <a:off x="373626" y="2153263"/>
            <a:ext cx="11444748" cy="4247317"/>
          </a:xfrm>
          <a:prstGeom prst="rect">
            <a:avLst/>
          </a:prstGeom>
          <a:noFill/>
        </p:spPr>
        <p:txBody>
          <a:bodyPr wrap="square" rtlCol="0">
            <a:spAutoFit/>
          </a:bodyPr>
          <a:lstStyle/>
          <a:p>
            <a:pPr marL="285750" indent="-285750">
              <a:buFont typeface="Arial" panose="020B0604020202020204" pitchFamily="34" charset="0"/>
              <a:buChar char="•"/>
            </a:pPr>
            <a:r>
              <a:rPr lang="en-US" dirty="0"/>
              <a:t>Document transportation is also a major problem in existing system but in software management system the transfer of files is not a big issue. </a:t>
            </a:r>
          </a:p>
          <a:p>
            <a:endParaRPr lang="en-US" dirty="0"/>
          </a:p>
          <a:p>
            <a:pPr marL="285750" indent="-285750">
              <a:buFont typeface="Arial" panose="020B0604020202020204" pitchFamily="34" charset="0"/>
              <a:buChar char="•"/>
            </a:pPr>
            <a:r>
              <a:rPr lang="en-US" dirty="0"/>
              <a:t>Existing System faces high costs problems </a:t>
            </a:r>
            <a:r>
              <a:rPr lang="en-US" dirty="0">
                <a:solidFill>
                  <a:schemeClr val="bg1"/>
                </a:solidFill>
              </a:rPr>
              <a:t>but software system management uses less costs in </a:t>
            </a:r>
            <a:r>
              <a:rPr lang="en-US" dirty="0"/>
              <a:t>comparison of paper work management. </a:t>
            </a:r>
          </a:p>
          <a:p>
            <a:endParaRPr lang="en-US" dirty="0"/>
          </a:p>
          <a:p>
            <a:pPr marL="285750" indent="-285750">
              <a:buFont typeface="Arial" panose="020B0604020202020204" pitchFamily="34" charset="0"/>
              <a:buChar char="•"/>
            </a:pPr>
            <a:r>
              <a:rPr lang="en-US" dirty="0"/>
              <a:t>There is limited communication and collaboration in existing system but in software based system there is unlimited communication and collaboration. </a:t>
            </a:r>
          </a:p>
          <a:p>
            <a:endParaRPr lang="en-US" dirty="0"/>
          </a:p>
          <a:p>
            <a:pPr marL="285750" indent="-285750">
              <a:buFont typeface="Arial" panose="020B0604020202020204" pitchFamily="34" charset="0"/>
              <a:buChar char="•"/>
            </a:pPr>
            <a:r>
              <a:rPr lang="en-US" dirty="0"/>
              <a:t>Environmental damage is a major issue in existing system. </a:t>
            </a:r>
          </a:p>
          <a:p>
            <a:endParaRPr lang="en-US" dirty="0"/>
          </a:p>
          <a:p>
            <a:pPr marL="285750" indent="-285750">
              <a:buFont typeface="Arial" panose="020B0604020202020204" pitchFamily="34" charset="0"/>
              <a:buChar char="•"/>
            </a:pPr>
            <a:r>
              <a:rPr lang="en-US" dirty="0"/>
              <a:t>There is lack of storage spaces in existing system as compared to software based management. </a:t>
            </a:r>
          </a:p>
          <a:p>
            <a:endParaRPr lang="en-US" dirty="0"/>
          </a:p>
          <a:p>
            <a:pPr marL="285750" indent="-285750">
              <a:buFont typeface="Arial" panose="020B0604020202020204" pitchFamily="34" charset="0"/>
              <a:buChar char="•"/>
            </a:pPr>
            <a:r>
              <a:rPr lang="en-US" dirty="0"/>
              <a:t>Manual documents can be easily damaged, misplaced or stolen but in software based management the data is secure as compared to existing system</a:t>
            </a:r>
            <a:endParaRPr lang="en-IN" dirty="0"/>
          </a:p>
        </p:txBody>
      </p:sp>
    </p:spTree>
    <p:extLst>
      <p:ext uri="{BB962C8B-B14F-4D97-AF65-F5344CB8AC3E}">
        <p14:creationId xmlns:p14="http://schemas.microsoft.com/office/powerpoint/2010/main" val="269801179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3CFF99-C282-196E-C20E-D114E9E2B77D}"/>
              </a:ext>
            </a:extLst>
          </p:cNvPr>
          <p:cNvSpPr>
            <a:spLocks noGrp="1"/>
          </p:cNvSpPr>
          <p:nvPr>
            <p:ph type="title"/>
          </p:nvPr>
        </p:nvSpPr>
        <p:spPr>
          <a:xfrm>
            <a:off x="3054146" y="0"/>
            <a:ext cx="6614652" cy="747252"/>
          </a:xfrm>
        </p:spPr>
        <p:txBody>
          <a:bodyPr>
            <a:normAutofit/>
          </a:bodyPr>
          <a:lstStyle/>
          <a:p>
            <a:r>
              <a:rPr lang="en-IN" b="1" u="sng" dirty="0">
                <a:highlight>
                  <a:srgbClr val="C0C0C0"/>
                </a:highlight>
                <a:latin typeface="Imprint MT Shadow" pitchFamily="82" charset="0"/>
              </a:rPr>
              <a:t>Objective Of  The Project</a:t>
            </a:r>
            <a:endParaRPr lang="en-IN" dirty="0">
              <a:highlight>
                <a:srgbClr val="C0C0C0"/>
              </a:highlight>
            </a:endParaRPr>
          </a:p>
        </p:txBody>
      </p:sp>
      <p:sp>
        <p:nvSpPr>
          <p:cNvPr id="3" name="TextBox 2">
            <a:extLst>
              <a:ext uri="{FF2B5EF4-FFF2-40B4-BE49-F238E27FC236}">
                <a16:creationId xmlns:a16="http://schemas.microsoft.com/office/drawing/2014/main" id="{F79A7D80-F08B-E91D-2F38-05DF789886C1}"/>
              </a:ext>
            </a:extLst>
          </p:cNvPr>
          <p:cNvSpPr txBox="1"/>
          <p:nvPr/>
        </p:nvSpPr>
        <p:spPr>
          <a:xfrm>
            <a:off x="432620" y="1032390"/>
            <a:ext cx="10982633" cy="5570756"/>
          </a:xfrm>
          <a:prstGeom prst="rect">
            <a:avLst/>
          </a:prstGeom>
          <a:noFill/>
        </p:spPr>
        <p:txBody>
          <a:bodyPr wrap="square" rtlCol="0">
            <a:spAutoFit/>
          </a:bodyPr>
          <a:lstStyle/>
          <a:p>
            <a:r>
              <a:rPr lang="en-US" sz="2400" dirty="0">
                <a:solidFill>
                  <a:schemeClr val="bg1"/>
                </a:solidFill>
              </a:rPr>
              <a:t>The first objective of this project is to reduce burden of paper work system management by the help of software based management.</a:t>
            </a:r>
          </a:p>
          <a:p>
            <a:pPr marL="342900" indent="-342900">
              <a:buAutoNum type="arabicPeriod"/>
            </a:pPr>
            <a:endParaRPr lang="en-US" dirty="0"/>
          </a:p>
          <a:p>
            <a:r>
              <a:rPr lang="en-US" sz="2800" b="1" u="sng" dirty="0"/>
              <a:t>Data Security and Access Control:</a:t>
            </a:r>
          </a:p>
          <a:p>
            <a:pPr>
              <a:buFont typeface="Arial" panose="020B0604020202020204" pitchFamily="34" charset="0"/>
              <a:buChar char="•"/>
            </a:pPr>
            <a:endParaRPr lang="en-US" dirty="0"/>
          </a:p>
          <a:p>
            <a:pPr>
              <a:buFont typeface="Arial" panose="020B0604020202020204" pitchFamily="34" charset="0"/>
              <a:buChar char="•"/>
            </a:pPr>
            <a:r>
              <a:rPr lang="en-US" dirty="0"/>
              <a:t>The software will implement a </a:t>
            </a:r>
            <a:r>
              <a:rPr lang="en-US" b="1" dirty="0"/>
              <a:t>secure login mechanism</a:t>
            </a:r>
            <a:r>
              <a:rPr lang="en-US" dirty="0"/>
              <a:t> using </a:t>
            </a:r>
            <a:r>
              <a:rPr lang="en-US" b="1" dirty="0"/>
              <a:t>user IDs and passwords</a:t>
            </a:r>
            <a:r>
              <a:rPr lang="en-US" dirty="0"/>
              <a:t> to protect sensitive data from unauthorized access, addressing security issues prevalent in manual systems.</a:t>
            </a:r>
          </a:p>
          <a:p>
            <a:pPr>
              <a:buFont typeface="Arial" panose="020B0604020202020204" pitchFamily="34" charset="0"/>
              <a:buChar char="•"/>
            </a:pPr>
            <a:endParaRPr lang="en-US" dirty="0"/>
          </a:p>
          <a:p>
            <a:pPr>
              <a:buFont typeface="Arial" panose="020B0604020202020204" pitchFamily="34" charset="0"/>
              <a:buChar char="•"/>
            </a:pPr>
            <a:r>
              <a:rPr lang="en-US" dirty="0"/>
              <a:t>Admins, faculty, and students will have role-based access to specific features of the system, ensuring </a:t>
            </a:r>
            <a:r>
              <a:rPr lang="en-US" b="1" dirty="0"/>
              <a:t>controlled data access</a:t>
            </a:r>
            <a:r>
              <a:rPr lang="en-US" dirty="0"/>
              <a:t> and enhancing overall security.</a:t>
            </a:r>
          </a:p>
          <a:p>
            <a:pPr marL="342900" indent="-342900">
              <a:buAutoNum type="arabicPeriod"/>
            </a:pPr>
            <a:endParaRPr lang="en-US" dirty="0"/>
          </a:p>
          <a:p>
            <a:r>
              <a:rPr lang="en-US" sz="2800" b="1" u="sng" dirty="0"/>
              <a:t>Backup and Recovery:</a:t>
            </a:r>
          </a:p>
          <a:p>
            <a:endParaRPr lang="en-US" dirty="0"/>
          </a:p>
          <a:p>
            <a:pPr>
              <a:buFont typeface="Arial" panose="020B0604020202020204" pitchFamily="34" charset="0"/>
              <a:buChar char="•"/>
            </a:pPr>
            <a:r>
              <a:rPr lang="en-US" dirty="0"/>
              <a:t>Unlike the existing system, where data loss is a critical issue, the software will provide a </a:t>
            </a:r>
            <a:r>
              <a:rPr lang="en-US" b="1" dirty="0"/>
              <a:t>backup and recovery option</a:t>
            </a:r>
            <a:r>
              <a:rPr lang="en-US" dirty="0"/>
              <a:t> to securely store copies of data, ensuring that lost or corrupted data can be retrieved at any time.</a:t>
            </a:r>
          </a:p>
          <a:p>
            <a:pPr marL="342900" indent="-342900">
              <a:buAutoNum type="arabicPeriod"/>
            </a:pPr>
            <a:endParaRPr lang="en-US" dirty="0"/>
          </a:p>
          <a:p>
            <a:pPr marL="342900" indent="-342900">
              <a:buAutoNum type="arabicPeriod"/>
            </a:pPr>
            <a:endParaRPr lang="en-US" dirty="0"/>
          </a:p>
        </p:txBody>
      </p:sp>
    </p:spTree>
    <p:extLst>
      <p:ext uri="{BB962C8B-B14F-4D97-AF65-F5344CB8AC3E}">
        <p14:creationId xmlns:p14="http://schemas.microsoft.com/office/powerpoint/2010/main" val="47494157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90C5C5C8-7424-18F4-0AE6-53947910FCF1}"/>
              </a:ext>
            </a:extLst>
          </p:cNvPr>
          <p:cNvSpPr txBox="1"/>
          <p:nvPr/>
        </p:nvSpPr>
        <p:spPr>
          <a:xfrm>
            <a:off x="511277" y="2202426"/>
            <a:ext cx="10874477" cy="4154984"/>
          </a:xfrm>
          <a:prstGeom prst="rect">
            <a:avLst/>
          </a:prstGeom>
          <a:noFill/>
        </p:spPr>
        <p:txBody>
          <a:bodyPr wrap="square" rtlCol="0">
            <a:spAutoFit/>
          </a:bodyPr>
          <a:lstStyle/>
          <a:p>
            <a:pPr marL="285750" indent="-285750">
              <a:buFont typeface="Arial" panose="020B0604020202020204" pitchFamily="34" charset="0"/>
              <a:buChar char="•"/>
            </a:pPr>
            <a:r>
              <a:rPr lang="en-US" dirty="0"/>
              <a:t>Editing and updating student, faculty, and course records will be </a:t>
            </a:r>
            <a:r>
              <a:rPr lang="en-US" b="1" dirty="0"/>
              <a:t>easy and quick</a:t>
            </a:r>
            <a:r>
              <a:rPr lang="en-US" dirty="0"/>
              <a:t> with user-friendly interfaces, unlike the existing manual system, where updates and deletions often require substantial effort and may result in errors.</a:t>
            </a:r>
          </a:p>
          <a:p>
            <a:pPr>
              <a:buFont typeface="Arial" panose="020B0604020202020204" pitchFamily="34" charset="0"/>
              <a:buChar char="•"/>
            </a:pPr>
            <a:endParaRPr lang="en-US" dirty="0"/>
          </a:p>
          <a:p>
            <a:pPr>
              <a:buFont typeface="Arial" panose="020B0604020202020204" pitchFamily="34" charset="0"/>
              <a:buChar char="•"/>
            </a:pPr>
            <a:r>
              <a:rPr lang="en-US" dirty="0"/>
              <a:t>The system will allow users to easily </a:t>
            </a:r>
            <a:r>
              <a:rPr lang="en-US" b="1" dirty="0"/>
              <a:t>modify</a:t>
            </a:r>
            <a:r>
              <a:rPr lang="en-US" dirty="0"/>
              <a:t> records, ensuring accurate and timely updates to any changes in student or faculty data.</a:t>
            </a:r>
          </a:p>
          <a:p>
            <a:endParaRPr lang="en-US" b="1" dirty="0"/>
          </a:p>
          <a:p>
            <a:r>
              <a:rPr lang="en-US" sz="2400" b="1" u="sng" dirty="0"/>
              <a:t>Automated Reports and Data Analysis:</a:t>
            </a:r>
          </a:p>
          <a:p>
            <a:endParaRPr lang="en-US" sz="2400" dirty="0">
              <a:highlight>
                <a:srgbClr val="C0C0C0"/>
              </a:highlight>
            </a:endParaRPr>
          </a:p>
          <a:p>
            <a:pPr>
              <a:buFont typeface="Arial" panose="020B0604020202020204" pitchFamily="34" charset="0"/>
              <a:buChar char="•"/>
            </a:pPr>
            <a:r>
              <a:rPr lang="en-US" dirty="0"/>
              <a:t>The software will provide the ability to generate </a:t>
            </a:r>
            <a:r>
              <a:rPr lang="en-US" b="1" dirty="0"/>
              <a:t>automated reports</a:t>
            </a:r>
            <a:r>
              <a:rPr lang="en-US" dirty="0"/>
              <a:t> for academic records, attendance, fees, etc., eliminating the need for manual compilation of reports.</a:t>
            </a:r>
          </a:p>
          <a:p>
            <a:endParaRPr lang="en-US" dirty="0"/>
          </a:p>
          <a:p>
            <a:pPr>
              <a:buFont typeface="Arial" panose="020B0604020202020204" pitchFamily="34" charset="0"/>
              <a:buChar char="•"/>
            </a:pPr>
            <a:r>
              <a:rPr lang="en-US" dirty="0"/>
              <a:t>This will save time for administrative staff and improve the accuracy and reliability of reports.</a:t>
            </a:r>
          </a:p>
          <a:p>
            <a:endParaRPr lang="en-IN" dirty="0"/>
          </a:p>
        </p:txBody>
      </p:sp>
      <p:sp>
        <p:nvSpPr>
          <p:cNvPr id="2" name="TextBox 1">
            <a:extLst>
              <a:ext uri="{FF2B5EF4-FFF2-40B4-BE49-F238E27FC236}">
                <a16:creationId xmlns:a16="http://schemas.microsoft.com/office/drawing/2014/main" id="{E27E1EC6-1592-FE01-28F9-175DD3968472}"/>
              </a:ext>
            </a:extLst>
          </p:cNvPr>
          <p:cNvSpPr txBox="1"/>
          <p:nvPr/>
        </p:nvSpPr>
        <p:spPr>
          <a:xfrm>
            <a:off x="88489" y="884903"/>
            <a:ext cx="8091949" cy="584775"/>
          </a:xfrm>
          <a:prstGeom prst="rect">
            <a:avLst/>
          </a:prstGeom>
          <a:noFill/>
        </p:spPr>
        <p:txBody>
          <a:bodyPr wrap="square" rtlCol="0">
            <a:spAutoFit/>
          </a:bodyPr>
          <a:lstStyle/>
          <a:p>
            <a:r>
              <a:rPr lang="en-US" sz="3200" b="1" dirty="0">
                <a:highlight>
                  <a:srgbClr val="000000"/>
                </a:highlight>
              </a:rPr>
              <a:t>Simplified Record Update and Deletion</a:t>
            </a:r>
            <a:r>
              <a:rPr lang="en-US" sz="3200" dirty="0">
                <a:highlight>
                  <a:srgbClr val="000000"/>
                </a:highlight>
              </a:rPr>
              <a:t>:</a:t>
            </a:r>
          </a:p>
        </p:txBody>
      </p:sp>
    </p:spTree>
    <p:extLst>
      <p:ext uri="{BB962C8B-B14F-4D97-AF65-F5344CB8AC3E}">
        <p14:creationId xmlns:p14="http://schemas.microsoft.com/office/powerpoint/2010/main" val="33226885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9BB1D9-C2F9-7D8E-DB29-E0EE634DBA18}"/>
              </a:ext>
            </a:extLst>
          </p:cNvPr>
          <p:cNvSpPr>
            <a:spLocks noGrp="1"/>
          </p:cNvSpPr>
          <p:nvPr>
            <p:ph type="title"/>
          </p:nvPr>
        </p:nvSpPr>
        <p:spPr>
          <a:xfrm>
            <a:off x="838200" y="-536849"/>
            <a:ext cx="10515600" cy="1325563"/>
          </a:xfrm>
        </p:spPr>
        <p:txBody>
          <a:bodyPr>
            <a:normAutofit/>
          </a:bodyPr>
          <a:lstStyle/>
          <a:p>
            <a:pPr algn="ctr"/>
            <a:r>
              <a:rPr lang="en-US" u="sng" dirty="0">
                <a:solidFill>
                  <a:srgbClr val="0D0D0D"/>
                </a:solidFill>
                <a:effectLst/>
                <a:highlight>
                  <a:srgbClr val="C0C0C0"/>
                </a:highlight>
                <a:ea typeface="Calibri" panose="020F0502020204030204" pitchFamily="34" charset="0"/>
                <a:cs typeface="Times New Roman" panose="02020603050405020304" pitchFamily="18" charset="0"/>
              </a:rPr>
              <a:t>MODULE DESCRIPTION</a:t>
            </a:r>
            <a:endParaRPr lang="en-IN" b="1" u="sng" dirty="0">
              <a:highlight>
                <a:srgbClr val="C0C0C0"/>
              </a:highlight>
            </a:endParaRPr>
          </a:p>
        </p:txBody>
      </p:sp>
      <p:sp>
        <p:nvSpPr>
          <p:cNvPr id="3" name="TextBox 2">
            <a:extLst>
              <a:ext uri="{FF2B5EF4-FFF2-40B4-BE49-F238E27FC236}">
                <a16:creationId xmlns:a16="http://schemas.microsoft.com/office/drawing/2014/main" id="{158BA820-7968-6730-8292-3F0F30CCDBEC}"/>
              </a:ext>
            </a:extLst>
          </p:cNvPr>
          <p:cNvSpPr txBox="1"/>
          <p:nvPr/>
        </p:nvSpPr>
        <p:spPr>
          <a:xfrm>
            <a:off x="167149" y="774427"/>
            <a:ext cx="5093109" cy="5724644"/>
          </a:xfrm>
          <a:prstGeom prst="rect">
            <a:avLst/>
          </a:prstGeom>
          <a:noFill/>
        </p:spPr>
        <p:txBody>
          <a:bodyPr wrap="square" rtlCol="0">
            <a:spAutoFit/>
          </a:bodyPr>
          <a:lstStyle/>
          <a:p>
            <a:pPr marL="514350" indent="-514350">
              <a:lnSpc>
                <a:spcPct val="150000"/>
              </a:lnSpc>
              <a:buFont typeface="+mj-lt"/>
              <a:buAutoNum type="arabicPeriod"/>
            </a:pPr>
            <a:r>
              <a:rPr lang="en-US" sz="2000" b="1" u="sng" dirty="0"/>
              <a:t>COURSE MANAGEMENT MODULE</a:t>
            </a:r>
          </a:p>
          <a:p>
            <a:pPr>
              <a:lnSpc>
                <a:spcPct val="150000"/>
              </a:lnSpc>
            </a:pPr>
            <a:r>
              <a:rPr lang="en-US" sz="3200" dirty="0">
                <a:solidFill>
                  <a:schemeClr val="bg1"/>
                </a:solidFill>
              </a:rPr>
              <a:t>     </a:t>
            </a:r>
            <a:r>
              <a:rPr lang="en-US" dirty="0">
                <a:solidFill>
                  <a:schemeClr val="bg1"/>
                </a:solidFill>
              </a:rPr>
              <a:t> </a:t>
            </a:r>
            <a:r>
              <a:rPr lang="en-US" dirty="0"/>
              <a:t>1.1 COURSE Management</a:t>
            </a:r>
          </a:p>
          <a:p>
            <a:pPr>
              <a:lnSpc>
                <a:spcPct val="150000"/>
              </a:lnSpc>
            </a:pPr>
            <a:r>
              <a:rPr lang="en-US" dirty="0">
                <a:solidFill>
                  <a:schemeClr val="bg1"/>
                </a:solidFill>
              </a:rPr>
              <a:t> </a:t>
            </a:r>
            <a:r>
              <a:rPr lang="en-US" dirty="0"/>
              <a:t>         1.2 PROFFESSOR Management</a:t>
            </a:r>
          </a:p>
          <a:p>
            <a:pPr>
              <a:lnSpc>
                <a:spcPct val="150000"/>
              </a:lnSpc>
            </a:pPr>
            <a:r>
              <a:rPr lang="en-US" dirty="0">
                <a:solidFill>
                  <a:schemeClr val="bg1"/>
                </a:solidFill>
              </a:rPr>
              <a:t>          </a:t>
            </a:r>
            <a:r>
              <a:rPr lang="en-US" dirty="0"/>
              <a:t>1.3 SCHEDULE Management</a:t>
            </a:r>
          </a:p>
          <a:p>
            <a:pPr>
              <a:lnSpc>
                <a:spcPct val="150000"/>
              </a:lnSpc>
            </a:pPr>
            <a:r>
              <a:rPr lang="en-US" dirty="0"/>
              <a:t>          1.4 FEE Structure</a:t>
            </a:r>
          </a:p>
          <a:p>
            <a:pPr>
              <a:lnSpc>
                <a:spcPct val="150000"/>
              </a:lnSpc>
            </a:pPr>
            <a:r>
              <a:rPr lang="en-US" sz="2000" b="1" u="sng" dirty="0">
                <a:effectLst/>
                <a:latin typeface="Calibri" panose="020F0502020204030204" pitchFamily="34" charset="0"/>
                <a:ea typeface="Calibri" panose="020F0502020204030204" pitchFamily="34" charset="0"/>
                <a:cs typeface="Times New Roman" panose="02020603050405020304" pitchFamily="18" charset="0"/>
              </a:rPr>
              <a:t>2. DEPARTMENT MANAGEMENT</a:t>
            </a:r>
            <a:r>
              <a:rPr lang="en-US" sz="2000" b="1" u="sng" dirty="0"/>
              <a:t> MODULE</a:t>
            </a:r>
            <a:endParaRPr lang="en-US" sz="2000" b="1" u="sng"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50000"/>
              </a:lnSpc>
            </a:pPr>
            <a:r>
              <a:rPr lang="en-US" sz="2800" dirty="0">
                <a:latin typeface="Calibri" panose="020F0502020204030204" pitchFamily="34" charset="0"/>
                <a:ea typeface="Calibri" panose="020F0502020204030204" pitchFamily="34" charset="0"/>
                <a:cs typeface="Times New Roman" panose="02020603050405020304" pitchFamily="18" charset="0"/>
              </a:rPr>
              <a:t>      </a:t>
            </a:r>
            <a:r>
              <a:rPr lang="en-US" dirty="0">
                <a:latin typeface="Calibri" panose="020F0502020204030204" pitchFamily="34" charset="0"/>
                <a:ea typeface="Calibri" panose="020F0502020204030204" pitchFamily="34" charset="0"/>
                <a:cs typeface="Times New Roman" panose="02020603050405020304" pitchFamily="18" charset="0"/>
              </a:rPr>
              <a:t>2.1 DEPARTEMENT Management</a:t>
            </a:r>
          </a:p>
          <a:p>
            <a:pPr>
              <a:lnSpc>
                <a:spcPct val="150000"/>
              </a:lnSpc>
            </a:pPr>
            <a:r>
              <a:rPr lang="en-IN" dirty="0">
                <a:effectLst/>
                <a:latin typeface="Calibri" panose="020F0502020204030204" pitchFamily="34" charset="0"/>
                <a:ea typeface="Calibri" panose="020F0502020204030204" pitchFamily="34" charset="0"/>
                <a:cs typeface="Times New Roman" panose="02020603050405020304" pitchFamily="18" charset="0"/>
              </a:rPr>
              <a:t>         2.2 BUILDING </a:t>
            </a:r>
            <a:r>
              <a:rPr lang="en-US" dirty="0"/>
              <a:t>Management</a:t>
            </a:r>
            <a:endParaRPr lang="en-IN" dirty="0">
              <a:effectLst/>
              <a:latin typeface="Calibri" panose="020F0502020204030204" pitchFamily="34" charset="0"/>
              <a:ea typeface="Calibri" panose="020F0502020204030204" pitchFamily="34" charset="0"/>
              <a:cs typeface="Times New Roman" panose="02020603050405020304" pitchFamily="18" charset="0"/>
            </a:endParaRPr>
          </a:p>
          <a:p>
            <a:pPr marL="514350" indent="-514350">
              <a:lnSpc>
                <a:spcPct val="150000"/>
              </a:lnSpc>
              <a:buAutoNum type="arabicPeriod" startAt="3"/>
            </a:pPr>
            <a:r>
              <a:rPr lang="en-US" sz="2000" dirty="0">
                <a:effectLst/>
                <a:latin typeface="Calibri" panose="020F0502020204030204" pitchFamily="34" charset="0"/>
                <a:ea typeface="Calibri" panose="020F0502020204030204" pitchFamily="34" charset="0"/>
                <a:cs typeface="Times New Roman" panose="02020603050405020304" pitchFamily="18" charset="0"/>
              </a:rPr>
              <a:t>ADMISSION</a:t>
            </a:r>
            <a:r>
              <a:rPr lang="en-US" sz="2000" dirty="0"/>
              <a:t> MODULE</a:t>
            </a:r>
          </a:p>
          <a:p>
            <a:pPr>
              <a:lnSpc>
                <a:spcPct val="150000"/>
              </a:lnSpc>
            </a:pPr>
            <a:r>
              <a:rPr lang="en-US" sz="2000" dirty="0"/>
              <a:t>	</a:t>
            </a:r>
            <a:r>
              <a:rPr lang="en-IN" sz="2000" dirty="0">
                <a:latin typeface="Calibri" panose="020F0502020204030204" pitchFamily="34" charset="0"/>
                <a:ea typeface="Calibri" panose="020F0502020204030204" pitchFamily="34" charset="0"/>
                <a:cs typeface="Times New Roman" panose="02020603050405020304" pitchFamily="18" charset="0"/>
              </a:rPr>
              <a:t> 3.1 ENQUIRY</a:t>
            </a:r>
            <a:r>
              <a:rPr lang="en-IN" sz="2000" dirty="0">
                <a:effectLst/>
                <a:latin typeface="Calibri" panose="020F0502020204030204" pitchFamily="34" charset="0"/>
                <a:ea typeface="Calibri" panose="020F0502020204030204" pitchFamily="34" charset="0"/>
                <a:cs typeface="Times New Roman" panose="02020603050405020304" pitchFamily="18" charset="0"/>
              </a:rPr>
              <a:t> Management</a:t>
            </a:r>
            <a:endParaRPr lang="en-US" sz="2000" dirty="0"/>
          </a:p>
          <a:p>
            <a:pPr>
              <a:lnSpc>
                <a:spcPct val="150000"/>
              </a:lnSpc>
            </a:pPr>
            <a:r>
              <a:rPr lang="en-US" sz="2000" dirty="0">
                <a:latin typeface="Calibri" panose="020F0502020204030204" pitchFamily="34" charset="0"/>
                <a:ea typeface="Calibri" panose="020F0502020204030204" pitchFamily="34" charset="0"/>
                <a:cs typeface="Times New Roman" panose="02020603050405020304" pitchFamily="18" charset="0"/>
              </a:rPr>
              <a:t>	</a:t>
            </a:r>
            <a:r>
              <a:rPr lang="en-IN" dirty="0">
                <a:effectLst/>
                <a:latin typeface="Calibri" panose="020F0502020204030204" pitchFamily="34" charset="0"/>
                <a:ea typeface="Calibri" panose="020F0502020204030204" pitchFamily="34" charset="0"/>
                <a:cs typeface="Times New Roman" panose="02020603050405020304" pitchFamily="18" charset="0"/>
              </a:rPr>
              <a:t> 3.2 ADMISSION Management</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endParaRPr lang="en-IN"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4" name="TextBox 3">
            <a:extLst>
              <a:ext uri="{FF2B5EF4-FFF2-40B4-BE49-F238E27FC236}">
                <a16:creationId xmlns:a16="http://schemas.microsoft.com/office/drawing/2014/main" id="{BEC505B0-F76F-079D-BCAD-8E270C220490}"/>
              </a:ext>
            </a:extLst>
          </p:cNvPr>
          <p:cNvSpPr txBox="1"/>
          <p:nvPr/>
        </p:nvSpPr>
        <p:spPr>
          <a:xfrm>
            <a:off x="6312309" y="2183829"/>
            <a:ext cx="5712542" cy="4524315"/>
          </a:xfrm>
          <a:prstGeom prst="rect">
            <a:avLst/>
          </a:prstGeom>
          <a:noFill/>
        </p:spPr>
        <p:txBody>
          <a:bodyPr wrap="square" rtlCol="0">
            <a:spAutoFit/>
          </a:bodyPr>
          <a:lstStyle/>
          <a:p>
            <a:pPr>
              <a:lnSpc>
                <a:spcPct val="150000"/>
              </a:lnSpc>
            </a:pPr>
            <a:r>
              <a:rPr lang="en-US" sz="2000" b="1" u="sng" dirty="0">
                <a:effectLst/>
                <a:latin typeface="Calibri" panose="020F0502020204030204" pitchFamily="34" charset="0"/>
                <a:ea typeface="Calibri" panose="020F0502020204030204" pitchFamily="34" charset="0"/>
                <a:cs typeface="Times New Roman" panose="02020603050405020304" pitchFamily="18" charset="0"/>
              </a:rPr>
              <a:t>4. STUDENT MANAGEMENT</a:t>
            </a:r>
            <a:r>
              <a:rPr lang="en-US" sz="2000" b="1" u="sng" dirty="0"/>
              <a:t> MODULE</a:t>
            </a:r>
            <a:endParaRPr lang="en-IN" sz="2000" b="1" u="sng"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50000"/>
              </a:lnSpc>
            </a:pPr>
            <a:r>
              <a:rPr lang="en-IN" dirty="0">
                <a:latin typeface="Calibri" panose="020F0502020204030204" pitchFamily="34" charset="0"/>
                <a:ea typeface="Calibri" panose="020F0502020204030204" pitchFamily="34" charset="0"/>
                <a:cs typeface="Times New Roman" panose="02020603050405020304" pitchFamily="18" charset="0"/>
              </a:rPr>
              <a:t>         4.1 Student </a:t>
            </a:r>
            <a:r>
              <a:rPr lang="en-IN" dirty="0" err="1">
                <a:latin typeface="Calibri" panose="020F0502020204030204" pitchFamily="34" charset="0"/>
                <a:ea typeface="Calibri" panose="020F0502020204030204" pitchFamily="34" charset="0"/>
                <a:cs typeface="Times New Roman" panose="02020603050405020304" pitchFamily="18" charset="0"/>
              </a:rPr>
              <a:t>Managemen</a:t>
            </a:r>
            <a:r>
              <a:rPr lang="en-US" dirty="0">
                <a:latin typeface="Calibri" panose="020F0502020204030204" pitchFamily="34" charset="0"/>
                <a:ea typeface="Calibri" panose="020F0502020204030204" pitchFamily="34" charset="0"/>
                <a:cs typeface="Times New Roman" panose="02020603050405020304" pitchFamily="18" charset="0"/>
              </a:rPr>
              <a:t>t</a:t>
            </a:r>
            <a:endParaRPr lang="en-IN" dirty="0">
              <a:latin typeface="Calibri" panose="020F0502020204030204" pitchFamily="34" charset="0"/>
              <a:ea typeface="Calibri" panose="020F0502020204030204" pitchFamily="34" charset="0"/>
              <a:cs typeface="Times New Roman" panose="02020603050405020304" pitchFamily="18" charset="0"/>
            </a:endParaRPr>
          </a:p>
          <a:p>
            <a:pPr>
              <a:lnSpc>
                <a:spcPct val="150000"/>
              </a:lnSpc>
            </a:pPr>
            <a:r>
              <a:rPr lang="en-IN" dirty="0">
                <a:effectLst/>
                <a:latin typeface="Calibri" panose="020F0502020204030204" pitchFamily="34" charset="0"/>
                <a:ea typeface="Calibri" panose="020F0502020204030204" pitchFamily="34" charset="0"/>
                <a:cs typeface="Times New Roman" panose="02020603050405020304" pitchFamily="18" charset="0"/>
              </a:rPr>
              <a:t>         4.2 ATTENDANCE Management</a:t>
            </a:r>
          </a:p>
          <a:p>
            <a:pPr>
              <a:lnSpc>
                <a:spcPct val="150000"/>
              </a:lnSpc>
            </a:pPr>
            <a:r>
              <a:rPr lang="en-US" sz="2000" b="1" u="sng" dirty="0">
                <a:effectLst/>
                <a:latin typeface="Calibri" panose="020F0502020204030204" pitchFamily="34" charset="0"/>
                <a:ea typeface="Calibri" panose="020F0502020204030204" pitchFamily="34" charset="0"/>
                <a:cs typeface="Times New Roman" panose="02020603050405020304" pitchFamily="18" charset="0"/>
              </a:rPr>
              <a:t>5.EXAM MANAGEMENT</a:t>
            </a:r>
            <a:r>
              <a:rPr lang="en-US" sz="2000" b="1" u="sng" dirty="0"/>
              <a:t> MODULE</a:t>
            </a:r>
            <a:endParaRPr lang="en-IN" sz="2000" b="1" u="sng"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50000"/>
              </a:lnSpc>
            </a:pPr>
            <a:r>
              <a:rPr lang="en-IN" dirty="0">
                <a:latin typeface="Calibri" panose="020F0502020204030204" pitchFamily="34" charset="0"/>
                <a:ea typeface="Calibri" panose="020F0502020204030204" pitchFamily="34" charset="0"/>
                <a:cs typeface="Times New Roman" panose="02020603050405020304" pitchFamily="18" charset="0"/>
              </a:rPr>
              <a:t>         5.1 EXAM </a:t>
            </a:r>
            <a:r>
              <a:rPr lang="en-IN" dirty="0">
                <a:effectLst/>
                <a:latin typeface="Calibri" panose="020F0502020204030204" pitchFamily="34" charset="0"/>
                <a:ea typeface="Calibri" panose="020F0502020204030204" pitchFamily="34" charset="0"/>
                <a:cs typeface="Times New Roman" panose="02020603050405020304" pitchFamily="18" charset="0"/>
              </a:rPr>
              <a:t>Management</a:t>
            </a:r>
            <a:endParaRPr lang="en-IN" dirty="0">
              <a:latin typeface="Calibri" panose="020F0502020204030204" pitchFamily="34" charset="0"/>
              <a:ea typeface="Calibri" panose="020F0502020204030204" pitchFamily="34" charset="0"/>
              <a:cs typeface="Times New Roman" panose="02020603050405020304" pitchFamily="18" charset="0"/>
            </a:endParaRPr>
          </a:p>
          <a:p>
            <a:pPr>
              <a:lnSpc>
                <a:spcPct val="150000"/>
              </a:lnSpc>
            </a:pPr>
            <a:r>
              <a:rPr lang="en-IN" dirty="0">
                <a:effectLst/>
                <a:latin typeface="Calibri" panose="020F0502020204030204" pitchFamily="34" charset="0"/>
                <a:ea typeface="Calibri" panose="020F0502020204030204" pitchFamily="34" charset="0"/>
                <a:cs typeface="Times New Roman" panose="02020603050405020304" pitchFamily="18" charset="0"/>
              </a:rPr>
              <a:t>         5.2 EXAM SCHEDULE Management</a:t>
            </a:r>
          </a:p>
          <a:p>
            <a:pPr>
              <a:lnSpc>
                <a:spcPct val="150000"/>
              </a:lnSpc>
            </a:pPr>
            <a:r>
              <a:rPr lang="en-IN" dirty="0">
                <a:latin typeface="Calibri" panose="020F0502020204030204" pitchFamily="34" charset="0"/>
                <a:ea typeface="Calibri" panose="020F0502020204030204" pitchFamily="34" charset="0"/>
                <a:cs typeface="Times New Roman" panose="02020603050405020304" pitchFamily="18" charset="0"/>
              </a:rPr>
              <a:t>         5.3 EXAM RESULT</a:t>
            </a:r>
            <a:r>
              <a:rPr lang="en-IN" dirty="0">
                <a:effectLst/>
                <a:latin typeface="Calibri" panose="020F0502020204030204" pitchFamily="34" charset="0"/>
                <a:ea typeface="Calibri" panose="020F0502020204030204" pitchFamily="34" charset="0"/>
                <a:cs typeface="Times New Roman" panose="02020603050405020304" pitchFamily="18" charset="0"/>
              </a:rPr>
              <a:t> Management</a:t>
            </a:r>
          </a:p>
          <a:p>
            <a:pPr>
              <a:lnSpc>
                <a:spcPct val="150000"/>
              </a:lnSpc>
            </a:pPr>
            <a:r>
              <a:rPr lang="en-US" sz="2000" b="1" u="sng" dirty="0">
                <a:effectLst/>
                <a:latin typeface="Calibri" panose="020F0502020204030204" pitchFamily="34" charset="0"/>
                <a:ea typeface="Calibri" panose="020F0502020204030204" pitchFamily="34" charset="0"/>
                <a:cs typeface="Times New Roman" panose="02020603050405020304" pitchFamily="18" charset="0"/>
              </a:rPr>
              <a:t>6.REPORT MANAGEMENT</a:t>
            </a:r>
            <a:r>
              <a:rPr lang="en-US" sz="2000" b="1" u="sng" dirty="0"/>
              <a:t> MODULE</a:t>
            </a:r>
            <a:endParaRPr lang="en-US" sz="2800" b="1" u="sng"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50000"/>
              </a:lnSpc>
            </a:pPr>
            <a:r>
              <a:rPr lang="en-IN" dirty="0">
                <a:latin typeface="Calibri" panose="020F0502020204030204" pitchFamily="34" charset="0"/>
                <a:ea typeface="Calibri" panose="020F0502020204030204" pitchFamily="34" charset="0"/>
                <a:cs typeface="Times New Roman" panose="02020603050405020304" pitchFamily="18" charset="0"/>
              </a:rPr>
              <a:t>        </a:t>
            </a:r>
            <a:r>
              <a:rPr lang="en-US" sz="1800" dirty="0">
                <a:effectLst/>
                <a:latin typeface="Calibri" panose="020F0502020204030204" pitchFamily="34" charset="0"/>
                <a:ea typeface="Calibri" panose="020F0502020204030204" pitchFamily="34" charset="0"/>
                <a:cs typeface="Times New Roman" panose="02020603050405020304" pitchFamily="18" charset="0"/>
              </a:rPr>
              <a:t>(6.1 ALL FILES)</a:t>
            </a:r>
            <a:endParaRPr lang="en-IN" dirty="0">
              <a:latin typeface="Calibri" panose="020F0502020204030204" pitchFamily="34" charset="0"/>
              <a:ea typeface="Calibri" panose="020F0502020204030204" pitchFamily="34" charset="0"/>
              <a:cs typeface="Times New Roman" panose="02020603050405020304" pitchFamily="18" charset="0"/>
            </a:endParaRPr>
          </a:p>
          <a:p>
            <a:endParaRPr lang="en-IN" dirty="0">
              <a:latin typeface="Calibri" panose="020F0502020204030204" pitchFamily="34" charset="0"/>
              <a:ea typeface="Calibri" panose="020F0502020204030204" pitchFamily="34" charset="0"/>
              <a:cs typeface="Times New Roman" panose="02020603050405020304" pitchFamily="18" charset="0"/>
            </a:endParaRPr>
          </a:p>
          <a:p>
            <a:endParaRPr lang="en-IN" dirty="0"/>
          </a:p>
        </p:txBody>
      </p:sp>
    </p:spTree>
    <p:extLst>
      <p:ext uri="{BB962C8B-B14F-4D97-AF65-F5344CB8AC3E}">
        <p14:creationId xmlns:p14="http://schemas.microsoft.com/office/powerpoint/2010/main" val="102529909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7DF012-E293-C340-8A60-EC00422987FF}"/>
              </a:ext>
            </a:extLst>
          </p:cNvPr>
          <p:cNvSpPr>
            <a:spLocks noGrp="1"/>
          </p:cNvSpPr>
          <p:nvPr>
            <p:ph type="title"/>
          </p:nvPr>
        </p:nvSpPr>
        <p:spPr>
          <a:xfrm>
            <a:off x="304799" y="334287"/>
            <a:ext cx="11101138" cy="993058"/>
          </a:xfrm>
        </p:spPr>
        <p:txBody>
          <a:bodyPr>
            <a:normAutofit/>
          </a:bodyPr>
          <a:lstStyle/>
          <a:p>
            <a:r>
              <a:rPr lang="en-US" sz="4000" u="sng" dirty="0">
                <a:effectLst/>
                <a:highlight>
                  <a:srgbClr val="000000"/>
                </a:highlight>
                <a:latin typeface="Calibri" panose="020F0502020204030204" pitchFamily="34" charset="0"/>
                <a:ea typeface="Calibri" panose="020F0502020204030204" pitchFamily="34" charset="0"/>
                <a:cs typeface="Times New Roman" panose="02020603050405020304" pitchFamily="18" charset="0"/>
              </a:rPr>
              <a:t>1. COURSE MANAGEMENT </a:t>
            </a:r>
            <a:r>
              <a:rPr lang="en-US" sz="4000" u="sng" dirty="0">
                <a:highlight>
                  <a:srgbClr val="000000"/>
                </a:highlight>
                <a:latin typeface="Calibri" panose="020F0502020204030204" pitchFamily="34" charset="0"/>
                <a:ea typeface="Calibri" panose="020F0502020204030204" pitchFamily="34" charset="0"/>
                <a:cs typeface="Times New Roman" panose="02020603050405020304" pitchFamily="18" charset="0"/>
              </a:rPr>
              <a:t>MODULE</a:t>
            </a:r>
            <a:r>
              <a:rPr lang="en-US" sz="1800" dirty="0">
                <a:effectLst/>
                <a:latin typeface="Calibri" panose="020F0502020204030204" pitchFamily="34" charset="0"/>
                <a:ea typeface="Calibri" panose="020F0502020204030204" pitchFamily="34" charset="0"/>
                <a:cs typeface="Times New Roman" panose="02020603050405020304" pitchFamily="18" charset="0"/>
              </a:rPr>
              <a:t>	</a:t>
            </a:r>
            <a:endParaRPr lang="en-IN" sz="4000" dirty="0"/>
          </a:p>
        </p:txBody>
      </p:sp>
      <p:sp>
        <p:nvSpPr>
          <p:cNvPr id="4" name="TextBox 3">
            <a:extLst>
              <a:ext uri="{FF2B5EF4-FFF2-40B4-BE49-F238E27FC236}">
                <a16:creationId xmlns:a16="http://schemas.microsoft.com/office/drawing/2014/main" id="{6881147B-D250-6078-9B26-7570FFACEB9B}"/>
              </a:ext>
            </a:extLst>
          </p:cNvPr>
          <p:cNvSpPr txBox="1"/>
          <p:nvPr/>
        </p:nvSpPr>
        <p:spPr>
          <a:xfrm>
            <a:off x="334295" y="1327355"/>
            <a:ext cx="11464415" cy="5551007"/>
          </a:xfrm>
          <a:prstGeom prst="rect">
            <a:avLst/>
          </a:prstGeom>
          <a:noFill/>
        </p:spPr>
        <p:txBody>
          <a:bodyPr wrap="square" rtlCol="0">
            <a:spAutoFit/>
          </a:bodyPr>
          <a:lstStyle/>
          <a:p>
            <a:pPr>
              <a:lnSpc>
                <a:spcPct val="107000"/>
              </a:lnSpc>
              <a:spcAft>
                <a:spcPts val="800"/>
              </a:spcAft>
            </a:pPr>
            <a:r>
              <a:rPr lang="en-US" sz="1800" dirty="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rPr>
              <a:t>This module focuses on managing courses, professors, and schedules effectively.</a:t>
            </a:r>
            <a:br>
              <a:rPr lang="en-US" sz="1800" dirty="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rPr>
            </a:br>
            <a:r>
              <a:rPr lang="en-US" sz="1800" b="1" dirty="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rPr>
              <a:t>Sub-Modules:</a:t>
            </a:r>
            <a:endParaRPr lang="en-IN" sz="1800" dirty="0">
              <a:solidFill>
                <a:schemeClr val="bg1"/>
              </a:solidFill>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US" sz="1800" b="1"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000" b="1"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000" dirty="0">
                <a:effectLst/>
                <a:highlight>
                  <a:srgbClr val="C0C0C0"/>
                </a:highlight>
                <a:latin typeface="Times New Roman" panose="02020603050405020304" pitchFamily="18" charset="0"/>
                <a:ea typeface="Times New Roman" panose="02020603050405020304" pitchFamily="18" charset="0"/>
                <a:cs typeface="Times New Roman" panose="02020603050405020304" pitchFamily="18" charset="0"/>
              </a:rPr>
              <a:t>1.1 </a:t>
            </a:r>
            <a:r>
              <a:rPr lang="en-US" sz="2000" b="1" dirty="0">
                <a:effectLst/>
                <a:highlight>
                  <a:srgbClr val="C0C0C0"/>
                </a:highlight>
                <a:latin typeface="Times New Roman" panose="02020603050405020304" pitchFamily="18" charset="0"/>
                <a:ea typeface="Times New Roman" panose="02020603050405020304" pitchFamily="18" charset="0"/>
                <a:cs typeface="Times New Roman" panose="02020603050405020304" pitchFamily="18" charset="0"/>
              </a:rPr>
              <a:t>Course  Management</a:t>
            </a:r>
            <a:r>
              <a:rPr lang="en-US" sz="2000" dirty="0">
                <a:effectLst/>
                <a:highlight>
                  <a:srgbClr val="C0C0C0"/>
                </a:highlight>
                <a:latin typeface="Times New Roman" panose="02020603050405020304" pitchFamily="18" charset="0"/>
                <a:ea typeface="Times New Roman" panose="02020603050405020304" pitchFamily="18" charset="0"/>
                <a:cs typeface="Times New Roman" panose="02020603050405020304" pitchFamily="18" charset="0"/>
              </a:rPr>
              <a:t>:</a:t>
            </a:r>
            <a:endParaRPr lang="en-IN" sz="2000" dirty="0">
              <a:effectLst/>
              <a:highlight>
                <a:srgbClr val="C0C0C0"/>
              </a:highligh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07000"/>
              </a:lnSpc>
              <a:spcAft>
                <a:spcPts val="800"/>
              </a:spcAft>
              <a:buSzPts val="1000"/>
              <a:buFont typeface="Symbol" panose="05050102010706020507" pitchFamily="18" charset="2"/>
              <a:buChar char=""/>
              <a:tabLst>
                <a:tab pos="457200" algn="l"/>
              </a:tabLst>
            </a:pP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Create, update, and delete course details like name, code, syllabus, and credits.</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07000"/>
              </a:lnSpc>
              <a:spcAft>
                <a:spcPts val="800"/>
              </a:spcAft>
              <a:buSzPts val="1000"/>
              <a:buFont typeface="Symbol" panose="05050102010706020507" pitchFamily="18" charset="2"/>
              <a:buChar char=""/>
              <a:tabLst>
                <a:tab pos="457200" algn="l"/>
              </a:tabLst>
            </a:pP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Assign courses to specific departments and professors.</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marL="457200">
              <a:lnSpc>
                <a:spcPct val="107000"/>
              </a:lnSpc>
              <a:spcAft>
                <a:spcPts val="800"/>
              </a:spcAft>
            </a:pP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 Input file name- </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marL="457200">
              <a:lnSpc>
                <a:spcPct val="107000"/>
              </a:lnSpc>
              <a:spcAft>
                <a:spcPts val="800"/>
              </a:spcAft>
            </a:pP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Output file name-course _details</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tabLst>
                <a:tab pos="628650" algn="l"/>
              </a:tabLst>
            </a:pP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r>
              <a:rPr lang="en-US" sz="2000" dirty="0">
                <a:effectLst/>
                <a:highlight>
                  <a:srgbClr val="C0C0C0"/>
                </a:highlight>
                <a:latin typeface="Calibri" panose="020F0502020204030204" pitchFamily="34" charset="0"/>
                <a:ea typeface="Calibri" panose="020F0502020204030204" pitchFamily="34" charset="0"/>
                <a:cs typeface="Times New Roman" panose="02020603050405020304" pitchFamily="18" charset="0"/>
              </a:rPr>
              <a:t>1.2</a:t>
            </a:r>
            <a:r>
              <a:rPr lang="en-US" sz="2000" b="1" dirty="0">
                <a:effectLst/>
                <a:highlight>
                  <a:srgbClr val="C0C0C0"/>
                </a:highlight>
                <a:latin typeface="Times New Roman" panose="02020603050405020304" pitchFamily="18" charset="0"/>
                <a:ea typeface="Times New Roman" panose="02020603050405020304" pitchFamily="18" charset="0"/>
                <a:cs typeface="Times New Roman" panose="02020603050405020304" pitchFamily="18" charset="0"/>
              </a:rPr>
              <a:t>Professor Management</a:t>
            </a:r>
            <a:r>
              <a:rPr lang="en-US" sz="2000" dirty="0">
                <a:effectLst/>
                <a:highlight>
                  <a:srgbClr val="C0C0C0"/>
                </a:highlight>
                <a:latin typeface="Times New Roman" panose="02020603050405020304" pitchFamily="18" charset="0"/>
                <a:ea typeface="Times New Roman" panose="02020603050405020304" pitchFamily="18" charset="0"/>
                <a:cs typeface="Times New Roman" panose="02020603050405020304" pitchFamily="18" charset="0"/>
              </a:rPr>
              <a:t>:</a:t>
            </a:r>
            <a:endParaRPr lang="en-IN"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07000"/>
              </a:lnSpc>
              <a:spcAft>
                <a:spcPts val="800"/>
              </a:spcAft>
              <a:buSzPts val="1000"/>
              <a:buFont typeface="Symbol" panose="05050102010706020507" pitchFamily="18" charset="2"/>
              <a:buChar char=""/>
              <a:tabLst>
                <a:tab pos="457200" algn="l"/>
              </a:tabLst>
            </a:pP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Add and update details of professors, including personal information, qualifications, and assigned courses.</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07000"/>
              </a:lnSpc>
              <a:spcAft>
                <a:spcPts val="800"/>
              </a:spcAft>
              <a:buSzPts val="1000"/>
              <a:buFont typeface="Symbol" panose="05050102010706020507" pitchFamily="18" charset="2"/>
              <a:buChar char=""/>
              <a:tabLst>
                <a:tab pos="457200" algn="l"/>
              </a:tabLst>
            </a:pP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Allocate professors to courses and subjects.</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marL="457200">
              <a:lnSpc>
                <a:spcPct val="107000"/>
              </a:lnSpc>
              <a:spcAft>
                <a:spcPts val="800"/>
              </a:spcAft>
            </a:pP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 Input file name- course_details</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marL="457200">
              <a:lnSpc>
                <a:spcPct val="107000"/>
              </a:lnSpc>
              <a:spcAft>
                <a:spcPts val="800"/>
              </a:spcAft>
            </a:pP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Output file name- professor_detail</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endParaRPr lang="en-IN" sz="2800" dirty="0">
              <a:effectLst/>
              <a:latin typeface="Calibri" panose="020F0502020204030204" pitchFamily="34" charset="0"/>
              <a:ea typeface="Calibri" panose="020F0502020204030204" pitchFamily="34" charset="0"/>
              <a:cs typeface="Times New Roman" panose="02020603050405020304" pitchFamily="18" charset="0"/>
            </a:endParaRPr>
          </a:p>
          <a:p>
            <a:endParaRPr lang="en-IN" dirty="0"/>
          </a:p>
        </p:txBody>
      </p:sp>
    </p:spTree>
    <p:extLst>
      <p:ext uri="{BB962C8B-B14F-4D97-AF65-F5344CB8AC3E}">
        <p14:creationId xmlns:p14="http://schemas.microsoft.com/office/powerpoint/2010/main" val="370389535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201BC677-BD1B-EC4B-4E85-0F20B646EC21}"/>
              </a:ext>
            </a:extLst>
          </p:cNvPr>
          <p:cNvSpPr txBox="1"/>
          <p:nvPr/>
        </p:nvSpPr>
        <p:spPr>
          <a:xfrm>
            <a:off x="3932903" y="353961"/>
            <a:ext cx="4906297" cy="584775"/>
          </a:xfrm>
          <a:prstGeom prst="rect">
            <a:avLst/>
          </a:prstGeom>
          <a:noFill/>
        </p:spPr>
        <p:txBody>
          <a:bodyPr wrap="square" rtlCol="0">
            <a:spAutoFit/>
          </a:bodyPr>
          <a:lstStyle/>
          <a:p>
            <a:pPr algn="ctr"/>
            <a:r>
              <a:rPr lang="en-US" sz="3200" dirty="0">
                <a:effectLst/>
                <a:highlight>
                  <a:srgbClr val="C0C0C0"/>
                </a:highlight>
                <a:latin typeface="Calibri" panose="020F0502020204030204" pitchFamily="34" charset="0"/>
                <a:ea typeface="Calibri" panose="020F0502020204030204" pitchFamily="34" charset="0"/>
                <a:cs typeface="Times New Roman" panose="02020603050405020304" pitchFamily="18" charset="0"/>
              </a:rPr>
              <a:t>    </a:t>
            </a:r>
            <a:endParaRPr lang="en-IN" sz="3200" dirty="0">
              <a:highlight>
                <a:srgbClr val="C0C0C0"/>
              </a:highlight>
            </a:endParaRPr>
          </a:p>
        </p:txBody>
      </p:sp>
      <p:sp>
        <p:nvSpPr>
          <p:cNvPr id="3" name="TextBox 2">
            <a:extLst>
              <a:ext uri="{FF2B5EF4-FFF2-40B4-BE49-F238E27FC236}">
                <a16:creationId xmlns:a16="http://schemas.microsoft.com/office/drawing/2014/main" id="{0CDD38CD-DF0B-AE7E-66EF-B85EDE99DA54}"/>
              </a:ext>
            </a:extLst>
          </p:cNvPr>
          <p:cNvSpPr txBox="1"/>
          <p:nvPr/>
        </p:nvSpPr>
        <p:spPr>
          <a:xfrm>
            <a:off x="314632" y="39332"/>
            <a:ext cx="11169447" cy="7202356"/>
          </a:xfrm>
          <a:prstGeom prst="rect">
            <a:avLst/>
          </a:prstGeom>
          <a:noFill/>
        </p:spPr>
        <p:txBody>
          <a:bodyPr wrap="square" rtlCol="0">
            <a:spAutoFit/>
          </a:bodyPr>
          <a:lstStyle/>
          <a:p>
            <a:pPr marL="457200" algn="ctr">
              <a:lnSpc>
                <a:spcPct val="107000"/>
              </a:lnSpc>
              <a:spcAft>
                <a:spcPts val="800"/>
              </a:spcAft>
            </a:pPr>
            <a:r>
              <a:rPr lang="en-US" sz="2000" dirty="0">
                <a:effectLst/>
                <a:highlight>
                  <a:srgbClr val="C0C0C0"/>
                </a:highlight>
                <a:latin typeface="Times New Roman" panose="02020603050405020304" pitchFamily="18" charset="0"/>
                <a:ea typeface="Times New Roman" panose="02020603050405020304" pitchFamily="18" charset="0"/>
                <a:cs typeface="Times New Roman" panose="02020603050405020304" pitchFamily="18" charset="0"/>
              </a:rPr>
              <a:t>1.3 </a:t>
            </a:r>
            <a:r>
              <a:rPr lang="en-US" sz="2000" b="1" dirty="0">
                <a:effectLst/>
                <a:highlight>
                  <a:srgbClr val="C0C0C0"/>
                </a:highlight>
                <a:latin typeface="Times New Roman" panose="02020603050405020304" pitchFamily="18" charset="0"/>
                <a:ea typeface="Times New Roman" panose="02020603050405020304" pitchFamily="18" charset="0"/>
                <a:cs typeface="Times New Roman" panose="02020603050405020304" pitchFamily="18" charset="0"/>
              </a:rPr>
              <a:t>Schedule Management</a:t>
            </a:r>
            <a:r>
              <a:rPr lang="en-US" sz="2000" dirty="0">
                <a:effectLst/>
                <a:highlight>
                  <a:srgbClr val="C0C0C0"/>
                </a:highlight>
                <a:latin typeface="Times New Roman" panose="02020603050405020304" pitchFamily="18" charset="0"/>
                <a:ea typeface="Times New Roman" panose="02020603050405020304" pitchFamily="18" charset="0"/>
                <a:cs typeface="Times New Roman" panose="02020603050405020304" pitchFamily="18" charset="0"/>
              </a:rPr>
              <a:t>:</a:t>
            </a:r>
            <a:endParaRPr lang="en-IN" sz="2000" dirty="0">
              <a:effectLst/>
              <a:highlight>
                <a:srgbClr val="C0C0C0"/>
              </a:highligh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07000"/>
              </a:lnSpc>
              <a:spcAft>
                <a:spcPts val="800"/>
              </a:spcAft>
              <a:buSzPts val="1000"/>
              <a:buFont typeface="Symbol" panose="05050102010706020507" pitchFamily="18" charset="2"/>
              <a:buChar char=""/>
              <a:tabLst>
                <a:tab pos="457200" algn="l"/>
              </a:tabLst>
            </a:pP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Create and maintain class schedules, ensuring no conflicts in timings or room allocation.</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07000"/>
              </a:lnSpc>
              <a:spcAft>
                <a:spcPts val="800"/>
              </a:spcAft>
              <a:buSzPts val="1000"/>
              <a:buFont typeface="Symbol" panose="05050102010706020507" pitchFamily="18" charset="2"/>
              <a:buChar char=""/>
              <a:tabLst>
                <a:tab pos="457200" algn="l"/>
              </a:tabLst>
            </a:pP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Notify students and faculty of schedule updates.</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marL="457200">
              <a:lnSpc>
                <a:spcPct val="107000"/>
              </a:lnSpc>
              <a:spcAft>
                <a:spcPts val="800"/>
              </a:spcAft>
            </a:pP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Input file name- professor_details</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marL="457200">
              <a:lnSpc>
                <a:spcPct val="107000"/>
              </a:lnSpc>
              <a:spcAft>
                <a:spcPts val="800"/>
              </a:spcAft>
            </a:pP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Output file name- schedule_details</a:t>
            </a:r>
          </a:p>
          <a:p>
            <a:pPr>
              <a:lnSpc>
                <a:spcPct val="107000"/>
              </a:lnSpc>
              <a:spcAft>
                <a:spcPts val="800"/>
              </a:spcAft>
            </a:pPr>
            <a:r>
              <a:rPr lang="en-US" sz="4000" b="1" u="sng" dirty="0">
                <a:effectLst/>
                <a:highlight>
                  <a:srgbClr val="808080"/>
                </a:highlight>
                <a:latin typeface="Times New Roman" panose="02020603050405020304" pitchFamily="18" charset="0"/>
                <a:ea typeface="Times New Roman" panose="02020603050405020304" pitchFamily="18" charset="0"/>
                <a:cs typeface="Times New Roman" panose="02020603050405020304" pitchFamily="18" charset="0"/>
              </a:rPr>
              <a:t>2. Department Management Module</a:t>
            </a:r>
            <a:endParaRPr lang="en-IN" sz="4000" u="sng" dirty="0">
              <a:effectLst/>
              <a:highlight>
                <a:srgbClr val="808080"/>
              </a:highligh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This module handles departmental and infrastructure management.</a:t>
            </a:r>
            <a:b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br>
            <a:r>
              <a:rPr lang="en-US" sz="1800" b="1" dirty="0">
                <a:effectLst/>
                <a:latin typeface="Times New Roman" panose="02020603050405020304" pitchFamily="18" charset="0"/>
                <a:ea typeface="Times New Roman" panose="02020603050405020304" pitchFamily="18" charset="0"/>
                <a:cs typeface="Times New Roman" panose="02020603050405020304" pitchFamily="18" charset="0"/>
              </a:rPr>
              <a:t>Sub-Modules:</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algn="ctr">
              <a:lnSpc>
                <a:spcPct val="107000"/>
              </a:lnSpc>
              <a:spcAft>
                <a:spcPts val="800"/>
              </a:spcAft>
            </a:pP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000" dirty="0">
                <a:effectLst/>
                <a:highlight>
                  <a:srgbClr val="C0C0C0"/>
                </a:highlight>
                <a:latin typeface="Times New Roman" panose="02020603050405020304" pitchFamily="18" charset="0"/>
                <a:ea typeface="Times New Roman" panose="02020603050405020304" pitchFamily="18" charset="0"/>
                <a:cs typeface="Times New Roman" panose="02020603050405020304" pitchFamily="18" charset="0"/>
              </a:rPr>
              <a:t>2.1 </a:t>
            </a:r>
            <a:r>
              <a:rPr lang="en-US" sz="2000" b="1" dirty="0">
                <a:effectLst/>
                <a:highlight>
                  <a:srgbClr val="C0C0C0"/>
                </a:highlight>
                <a:latin typeface="Times New Roman" panose="02020603050405020304" pitchFamily="18" charset="0"/>
                <a:ea typeface="Times New Roman" panose="02020603050405020304" pitchFamily="18" charset="0"/>
                <a:cs typeface="Times New Roman" panose="02020603050405020304" pitchFamily="18" charset="0"/>
              </a:rPr>
              <a:t>Department Management</a:t>
            </a:r>
            <a:r>
              <a:rPr lang="en-US" sz="2000" dirty="0">
                <a:effectLst/>
                <a:highlight>
                  <a:srgbClr val="C0C0C0"/>
                </a:highlight>
                <a:latin typeface="Times New Roman" panose="02020603050405020304" pitchFamily="18" charset="0"/>
                <a:ea typeface="Times New Roman" panose="02020603050405020304" pitchFamily="18" charset="0"/>
                <a:cs typeface="Times New Roman" panose="02020603050405020304" pitchFamily="18" charset="0"/>
              </a:rPr>
              <a:t>:</a:t>
            </a:r>
            <a:endParaRPr lang="en-IN" sz="2000" dirty="0">
              <a:effectLst/>
              <a:highlight>
                <a:srgbClr val="C0C0C0"/>
              </a:highligh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07000"/>
              </a:lnSpc>
              <a:spcAft>
                <a:spcPts val="800"/>
              </a:spcAft>
              <a:buSzPts val="1000"/>
              <a:buFont typeface="Symbol" panose="05050102010706020507" pitchFamily="18" charset="2"/>
              <a:buChar char=""/>
              <a:tabLst>
                <a:tab pos="457200" algn="l"/>
              </a:tabLst>
            </a:pP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Manage department details, including name, code, and faculty head.</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07000"/>
              </a:lnSpc>
              <a:spcAft>
                <a:spcPts val="800"/>
              </a:spcAft>
              <a:buSzPts val="1000"/>
              <a:buFont typeface="Symbol" panose="05050102010706020507" pitchFamily="18" charset="2"/>
              <a:buChar char=""/>
              <a:tabLst>
                <a:tab pos="457200" algn="l"/>
              </a:tabLst>
            </a:pP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Associate courses, professors, and students with specific departments</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marL="457200">
              <a:lnSpc>
                <a:spcPct val="107000"/>
              </a:lnSpc>
            </a:pP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Input file name- course_details.</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marL="457200">
              <a:lnSpc>
                <a:spcPct val="107000"/>
              </a:lnSpc>
            </a:pP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Output file name-department_details</a:t>
            </a:r>
            <a:r>
              <a:rPr lang="en-IN" sz="1800" dirty="0">
                <a:effectLst/>
                <a:latin typeface="Calibri" panose="020F0502020204030204" pitchFamily="34" charset="0"/>
                <a:ea typeface="Calibri" panose="020F0502020204030204" pitchFamily="34" charset="0"/>
                <a:cs typeface="Times New Roman" panose="02020603050405020304" pitchFamily="18" charset="0"/>
              </a:rPr>
              <a:t>.</a:t>
            </a:r>
          </a:p>
          <a:p>
            <a:pPr marL="457200">
              <a:lnSpc>
                <a:spcPct val="107000"/>
              </a:lnSpc>
            </a:pPr>
            <a:r>
              <a:rPr lang="en-IN" dirty="0">
                <a:latin typeface="Calibri" panose="020F0502020204030204" pitchFamily="34" charset="0"/>
                <a:ea typeface="Calibri" panose="020F0502020204030204" pitchFamily="34" charset="0"/>
                <a:cs typeface="Times New Roman" panose="02020603050405020304" pitchFamily="18" charset="0"/>
              </a:rPr>
              <a:t>                                                                  </a:t>
            </a:r>
            <a:r>
              <a:rPr lang="en-US" sz="2000" dirty="0">
                <a:effectLst/>
                <a:highlight>
                  <a:srgbClr val="C0C0C0"/>
                </a:highlight>
                <a:latin typeface="Times New Roman" panose="02020603050405020304" pitchFamily="18" charset="0"/>
                <a:ea typeface="Times New Roman" panose="02020603050405020304" pitchFamily="18" charset="0"/>
                <a:cs typeface="Times New Roman" panose="02020603050405020304" pitchFamily="18" charset="0"/>
              </a:rPr>
              <a:t>2.2 </a:t>
            </a:r>
            <a:r>
              <a:rPr lang="en-US" sz="2000" b="1" dirty="0">
                <a:effectLst/>
                <a:highlight>
                  <a:srgbClr val="C0C0C0"/>
                </a:highlight>
                <a:latin typeface="Times New Roman" panose="02020603050405020304" pitchFamily="18" charset="0"/>
                <a:ea typeface="Times New Roman" panose="02020603050405020304" pitchFamily="18" charset="0"/>
                <a:cs typeface="Times New Roman" panose="02020603050405020304" pitchFamily="18" charset="0"/>
              </a:rPr>
              <a:t>Building Management</a:t>
            </a:r>
            <a:r>
              <a:rPr lang="en-US" sz="2000" dirty="0">
                <a:effectLst/>
                <a:highlight>
                  <a:srgbClr val="C0C0C0"/>
                </a:highlight>
                <a:latin typeface="Times New Roman" panose="02020603050405020304" pitchFamily="18" charset="0"/>
                <a:ea typeface="Times New Roman" panose="02020603050405020304" pitchFamily="18" charset="0"/>
                <a:cs typeface="Times New Roman" panose="02020603050405020304" pitchFamily="18" charset="0"/>
              </a:rPr>
              <a:t>:</a:t>
            </a:r>
            <a:endParaRPr lang="en-IN" sz="2000" dirty="0">
              <a:effectLst/>
              <a:highlight>
                <a:srgbClr val="C0C0C0"/>
              </a:highligh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07000"/>
              </a:lnSpc>
              <a:spcAft>
                <a:spcPts val="800"/>
              </a:spcAft>
              <a:buSzPts val="1000"/>
              <a:buFont typeface="Symbol" panose="05050102010706020507" pitchFamily="18" charset="2"/>
              <a:buChar char=""/>
              <a:tabLst>
                <a:tab pos="457200" algn="l"/>
              </a:tabLst>
            </a:pP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Record and manage information about college buildings and facilities.</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07000"/>
              </a:lnSpc>
              <a:spcAft>
                <a:spcPts val="800"/>
              </a:spcAft>
              <a:buSzPts val="1000"/>
              <a:buFont typeface="Symbol" panose="05050102010706020507" pitchFamily="18" charset="2"/>
              <a:buChar char=""/>
              <a:tabLst>
                <a:tab pos="457200" algn="l"/>
              </a:tabLst>
            </a:pP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Allocate rooms and infrastructure to departments and courses. </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marL="457200">
              <a:lnSpc>
                <a:spcPct val="107000"/>
              </a:lnSpc>
              <a:spcAft>
                <a:spcPts val="800"/>
              </a:spcAft>
            </a:pP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endParaRPr lang="en-IN" dirty="0">
              <a:highlight>
                <a:srgbClr val="C0C0C0"/>
              </a:highlight>
            </a:endParaRPr>
          </a:p>
        </p:txBody>
      </p:sp>
    </p:spTree>
    <p:extLst>
      <p:ext uri="{BB962C8B-B14F-4D97-AF65-F5344CB8AC3E}">
        <p14:creationId xmlns:p14="http://schemas.microsoft.com/office/powerpoint/2010/main" val="25800566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94AB79-A4FC-22A7-202C-E59ECA4A84EA}"/>
              </a:ext>
            </a:extLst>
          </p:cNvPr>
          <p:cNvSpPr>
            <a:spLocks noGrp="1"/>
          </p:cNvSpPr>
          <p:nvPr>
            <p:ph type="title"/>
          </p:nvPr>
        </p:nvSpPr>
        <p:spPr>
          <a:xfrm>
            <a:off x="344129" y="73581"/>
            <a:ext cx="6754761" cy="2286161"/>
          </a:xfrm>
        </p:spPr>
        <p:txBody>
          <a:bodyPr>
            <a:normAutofit fontScale="90000"/>
          </a:bodyPr>
          <a:lstStyle/>
          <a:p>
            <a:pPr>
              <a:lnSpc>
                <a:spcPct val="107000"/>
              </a:lnSpc>
              <a:spcAft>
                <a:spcPts val="800"/>
              </a:spcAft>
            </a:pPr>
            <a:r>
              <a:rPr lang="en-US" sz="2000" b="0" dirty="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rPr>
              <a:t>Input  file name-Department_details.</a:t>
            </a:r>
            <a:br>
              <a:rPr lang="en-IN" sz="2000" b="0" dirty="0">
                <a:solidFill>
                  <a:schemeClr val="bg1"/>
                </a:solidFill>
                <a:effectLst/>
                <a:latin typeface="Calibri" panose="020F0502020204030204" pitchFamily="34" charset="0"/>
                <a:ea typeface="Calibri" panose="020F0502020204030204" pitchFamily="34" charset="0"/>
                <a:cs typeface="Times New Roman" panose="02020603050405020304" pitchFamily="18" charset="0"/>
              </a:rPr>
            </a:br>
            <a:r>
              <a:rPr lang="en-US" sz="2000" b="0" dirty="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rPr>
              <a:t>Output  file name- Building_details.</a:t>
            </a:r>
            <a:br>
              <a:rPr lang="en-IN" sz="4000" dirty="0">
                <a:effectLst/>
                <a:latin typeface="Calibri" panose="020F0502020204030204" pitchFamily="34" charset="0"/>
                <a:ea typeface="Calibri" panose="020F0502020204030204" pitchFamily="34" charset="0"/>
                <a:cs typeface="Times New Roman" panose="02020603050405020304" pitchFamily="18" charset="0"/>
              </a:rPr>
            </a:br>
            <a:r>
              <a:rPr lang="en-US" sz="3100" b="1" u="sng" dirty="0">
                <a:effectLst/>
                <a:highlight>
                  <a:srgbClr val="C0C0C0"/>
                </a:highlight>
                <a:latin typeface="Times New Roman" panose="02020603050405020304" pitchFamily="18" charset="0"/>
                <a:ea typeface="Times New Roman" panose="02020603050405020304" pitchFamily="18" charset="0"/>
                <a:cs typeface="Times New Roman" panose="02020603050405020304" pitchFamily="18" charset="0"/>
              </a:rPr>
              <a:t>3. Admission Module</a:t>
            </a:r>
            <a:br>
              <a:rPr lang="en-IN" sz="1800" dirty="0">
                <a:effectLst/>
                <a:latin typeface="Calibri" panose="020F0502020204030204" pitchFamily="34" charset="0"/>
                <a:ea typeface="Calibri" panose="020F0502020204030204" pitchFamily="34" charset="0"/>
                <a:cs typeface="Times New Roman" panose="02020603050405020304" pitchFamily="18" charset="0"/>
              </a:rPr>
            </a:br>
            <a:r>
              <a:rPr lang="en-US" sz="1800" b="0" dirty="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rPr>
              <a:t>This module is designed to streamline the admission process for new students.</a:t>
            </a:r>
            <a:b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br>
            <a:r>
              <a:rPr lang="en-US" sz="1800" b="1" dirty="0">
                <a:effectLst/>
                <a:latin typeface="Times New Roman" panose="02020603050405020304" pitchFamily="18" charset="0"/>
                <a:ea typeface="Times New Roman" panose="02020603050405020304" pitchFamily="18" charset="0"/>
                <a:cs typeface="Times New Roman" panose="02020603050405020304" pitchFamily="18" charset="0"/>
              </a:rPr>
              <a:t>Sub-Modules:</a:t>
            </a:r>
            <a:br>
              <a:rPr lang="en-IN" sz="1800" dirty="0">
                <a:effectLst/>
                <a:latin typeface="Calibri" panose="020F0502020204030204" pitchFamily="34" charset="0"/>
                <a:ea typeface="Calibri" panose="020F0502020204030204" pitchFamily="34" charset="0"/>
                <a:cs typeface="Times New Roman" panose="02020603050405020304" pitchFamily="18" charset="0"/>
              </a:rPr>
            </a:b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   </a:t>
            </a:r>
            <a:endParaRPr lang="en-IN" sz="4000" u="sng" dirty="0"/>
          </a:p>
        </p:txBody>
      </p:sp>
      <p:sp>
        <p:nvSpPr>
          <p:cNvPr id="3" name="TextBox 2">
            <a:extLst>
              <a:ext uri="{FF2B5EF4-FFF2-40B4-BE49-F238E27FC236}">
                <a16:creationId xmlns:a16="http://schemas.microsoft.com/office/drawing/2014/main" id="{EAA53FEF-905F-78F6-E21A-7520FE58630E}"/>
              </a:ext>
            </a:extLst>
          </p:cNvPr>
          <p:cNvSpPr txBox="1"/>
          <p:nvPr/>
        </p:nvSpPr>
        <p:spPr>
          <a:xfrm>
            <a:off x="452284" y="2113935"/>
            <a:ext cx="11228439" cy="5519075"/>
          </a:xfrm>
          <a:prstGeom prst="rect">
            <a:avLst/>
          </a:prstGeom>
          <a:noFill/>
        </p:spPr>
        <p:txBody>
          <a:bodyPr wrap="square" rtlCol="0">
            <a:spAutoFit/>
          </a:bodyPr>
          <a:lstStyle/>
          <a:p>
            <a:pPr algn="ctr">
              <a:lnSpc>
                <a:spcPct val="107000"/>
              </a:lnSpc>
              <a:spcAft>
                <a:spcPts val="800"/>
              </a:spcAft>
            </a:pPr>
            <a:r>
              <a:rPr lang="en-US" sz="2000" dirty="0">
                <a:effectLst/>
                <a:highlight>
                  <a:srgbClr val="C0C0C0"/>
                </a:highlight>
                <a:latin typeface="Times New Roman" panose="02020603050405020304" pitchFamily="18" charset="0"/>
                <a:ea typeface="Times New Roman" panose="02020603050405020304" pitchFamily="18" charset="0"/>
                <a:cs typeface="Times New Roman" panose="02020603050405020304" pitchFamily="18" charset="0"/>
              </a:rPr>
              <a:t>3.1 </a:t>
            </a:r>
            <a:r>
              <a:rPr lang="en-US" sz="2000" b="1" dirty="0">
                <a:effectLst/>
                <a:highlight>
                  <a:srgbClr val="C0C0C0"/>
                </a:highlight>
                <a:latin typeface="Times New Roman" panose="02020603050405020304" pitchFamily="18" charset="0"/>
                <a:ea typeface="Times New Roman" panose="02020603050405020304" pitchFamily="18" charset="0"/>
                <a:cs typeface="Times New Roman" panose="02020603050405020304" pitchFamily="18" charset="0"/>
              </a:rPr>
              <a:t>Enquiry Management</a:t>
            </a:r>
            <a:r>
              <a:rPr lang="en-US" sz="2000" dirty="0">
                <a:effectLst/>
                <a:highlight>
                  <a:srgbClr val="C0C0C0"/>
                </a:highlight>
                <a:latin typeface="Times New Roman" panose="02020603050405020304" pitchFamily="18" charset="0"/>
                <a:ea typeface="Times New Roman" panose="02020603050405020304" pitchFamily="18" charset="0"/>
                <a:cs typeface="Times New Roman" panose="02020603050405020304" pitchFamily="18" charset="0"/>
              </a:rPr>
              <a:t>:</a:t>
            </a:r>
            <a:endParaRPr lang="en-IN" sz="2000" dirty="0">
              <a:effectLst/>
              <a:highlight>
                <a:srgbClr val="C0C0C0"/>
              </a:highligh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07000"/>
              </a:lnSpc>
              <a:spcAft>
                <a:spcPts val="800"/>
              </a:spcAft>
              <a:buSzPts val="1000"/>
              <a:buFont typeface="Symbol" panose="05050102010706020507" pitchFamily="18" charset="2"/>
              <a:buChar char=""/>
              <a:tabLst>
                <a:tab pos="457200" algn="l"/>
              </a:tabLst>
            </a:pP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Record inquiries from prospective students.</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07000"/>
              </a:lnSpc>
              <a:spcAft>
                <a:spcPts val="800"/>
              </a:spcAft>
              <a:buSzPts val="1000"/>
              <a:buFont typeface="Symbol" panose="05050102010706020507" pitchFamily="18" charset="2"/>
              <a:buChar char=""/>
              <a:tabLst>
                <a:tab pos="457200" algn="l"/>
              </a:tabLst>
            </a:pP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Provide details on courses, fees, and admission criteria.</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07000"/>
              </a:lnSpc>
              <a:spcAft>
                <a:spcPts val="800"/>
              </a:spcAft>
              <a:buSzPts val="1000"/>
              <a:buFont typeface="Symbol" panose="05050102010706020507" pitchFamily="18" charset="2"/>
              <a:buChar char=""/>
              <a:tabLst>
                <a:tab pos="457200" algn="l"/>
              </a:tabLst>
            </a:pP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Track follow-ups and maintain a database of inquiries.</a:t>
            </a:r>
          </a:p>
          <a:p>
            <a:pPr marL="457200">
              <a:lnSpc>
                <a:spcPct val="107000"/>
              </a:lnSpc>
              <a:spcAft>
                <a:spcPts val="800"/>
              </a:spcAft>
            </a:pP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Input file  name-</a:t>
            </a:r>
            <a:r>
              <a:rPr lang="en-US" dirty="0">
                <a:latin typeface="Times New Roman" panose="02020603050405020304" pitchFamily="18" charset="0"/>
                <a:ea typeface="Times New Roman" panose="02020603050405020304" pitchFamily="18" charset="0"/>
                <a:cs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course_details</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marL="457200">
              <a:lnSpc>
                <a:spcPct val="107000"/>
              </a:lnSpc>
              <a:spcAft>
                <a:spcPts val="800"/>
              </a:spcAft>
            </a:pP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Output file  name-Enquiry</a:t>
            </a:r>
            <a:r>
              <a:rPr lang="en-US" dirty="0">
                <a:latin typeface="Times New Roman" panose="02020603050405020304" pitchFamily="18" charset="0"/>
                <a:ea typeface="Times New Roman" panose="02020603050405020304" pitchFamily="18" charset="0"/>
                <a:cs typeface="Times New Roman" panose="02020603050405020304" pitchFamily="18" charset="0"/>
              </a:rPr>
              <a:t>_</a:t>
            </a: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details</a:t>
            </a:r>
            <a:endParaRPr lang="en-IN" dirty="0">
              <a:latin typeface="Calibri" panose="020F0502020204030204" pitchFamily="34" charset="0"/>
              <a:ea typeface="Calibri" panose="020F0502020204030204" pitchFamily="34" charset="0"/>
              <a:cs typeface="Times New Roman" panose="02020603050405020304" pitchFamily="18" charset="0"/>
            </a:endParaRPr>
          </a:p>
          <a:p>
            <a:pPr marL="457200">
              <a:lnSpc>
                <a:spcPct val="107000"/>
              </a:lnSpc>
              <a:spcAft>
                <a:spcPts val="800"/>
              </a:spcAft>
            </a:pPr>
            <a:r>
              <a:rPr lang="en-IN" sz="2000" dirty="0">
                <a:effectLst/>
                <a:latin typeface="Calibri" panose="020F0502020204030204" pitchFamily="34" charset="0"/>
                <a:ea typeface="Calibri" panose="020F0502020204030204" pitchFamily="34" charset="0"/>
                <a:cs typeface="Times New Roman" panose="02020603050405020304" pitchFamily="18" charset="0"/>
              </a:rPr>
              <a:t>                                                               </a:t>
            </a:r>
            <a:r>
              <a:rPr lang="en-US" sz="2000" dirty="0">
                <a:effectLst/>
                <a:highlight>
                  <a:srgbClr val="C0C0C0"/>
                </a:highlight>
                <a:latin typeface="Times New Roman" panose="02020603050405020304" pitchFamily="18" charset="0"/>
                <a:ea typeface="Times New Roman" panose="02020603050405020304" pitchFamily="18" charset="0"/>
                <a:cs typeface="Times New Roman" panose="02020603050405020304" pitchFamily="18" charset="0"/>
              </a:rPr>
              <a:t>3.2 </a:t>
            </a:r>
            <a:r>
              <a:rPr lang="en-US" sz="2000" b="1" dirty="0">
                <a:effectLst/>
                <a:highlight>
                  <a:srgbClr val="C0C0C0"/>
                </a:highlight>
                <a:latin typeface="Times New Roman" panose="02020603050405020304" pitchFamily="18" charset="0"/>
                <a:ea typeface="Times New Roman" panose="02020603050405020304" pitchFamily="18" charset="0"/>
                <a:cs typeface="Times New Roman" panose="02020603050405020304" pitchFamily="18" charset="0"/>
              </a:rPr>
              <a:t>Admission Management</a:t>
            </a:r>
            <a:r>
              <a:rPr lang="en-US" sz="2000" dirty="0">
                <a:effectLst/>
                <a:highlight>
                  <a:srgbClr val="C0C0C0"/>
                </a:highlight>
                <a:latin typeface="Times New Roman" panose="02020603050405020304" pitchFamily="18" charset="0"/>
                <a:ea typeface="Times New Roman" panose="02020603050405020304" pitchFamily="18" charset="0"/>
                <a:cs typeface="Times New Roman" panose="02020603050405020304" pitchFamily="18" charset="0"/>
              </a:rPr>
              <a:t>:</a:t>
            </a:r>
            <a:endParaRPr lang="en-IN" sz="2000" dirty="0">
              <a:effectLst/>
              <a:highlight>
                <a:srgbClr val="C0C0C0"/>
              </a:highligh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07000"/>
              </a:lnSpc>
              <a:spcAft>
                <a:spcPts val="800"/>
              </a:spcAft>
              <a:buSzPts val="1000"/>
              <a:buFont typeface="Symbol" panose="05050102010706020507" pitchFamily="18" charset="2"/>
              <a:buChar char=""/>
              <a:tabLst>
                <a:tab pos="457200" algn="l"/>
              </a:tabLst>
            </a:pP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Handle the application process, including form submission and document verification.</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07000"/>
              </a:lnSpc>
              <a:spcAft>
                <a:spcPts val="800"/>
              </a:spcAft>
              <a:buSzPts val="1000"/>
              <a:buFont typeface="Symbol" panose="05050102010706020507" pitchFamily="18" charset="2"/>
              <a:buChar char=""/>
              <a:tabLst>
                <a:tab pos="457200" algn="l"/>
              </a:tabLst>
            </a:pP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Assign unique student IDs and allocate students to departments.</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07000"/>
              </a:lnSpc>
              <a:spcAft>
                <a:spcPts val="800"/>
              </a:spcAft>
              <a:buSzPts val="1000"/>
              <a:buFont typeface="Symbol" panose="05050102010706020507" pitchFamily="18" charset="2"/>
              <a:buChar char=""/>
              <a:tabLst>
                <a:tab pos="457200" algn="l"/>
              </a:tabLst>
            </a:pP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Generate admission confirmation letters.</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marL="457200">
              <a:lnSpc>
                <a:spcPct val="107000"/>
              </a:lnSpc>
            </a:pP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Input file name- Enquiry_details</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marL="457200">
              <a:lnSpc>
                <a:spcPct val="107000"/>
              </a:lnSpc>
              <a:spcAft>
                <a:spcPts val="800"/>
              </a:spcAft>
            </a:pP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Output file name-</a:t>
            </a:r>
            <a:r>
              <a:rPr lang="en-US" dirty="0">
                <a:latin typeface="Times New Roman" panose="02020603050405020304" pitchFamily="18" charset="0"/>
                <a:ea typeface="Times New Roman" panose="02020603050405020304" pitchFamily="18" charset="0"/>
                <a:cs typeface="Times New Roman" panose="02020603050405020304" pitchFamily="18" charset="0"/>
              </a:rPr>
              <a:t>A</a:t>
            </a: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dmission_details</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lvl="0">
              <a:lnSpc>
                <a:spcPct val="107000"/>
              </a:lnSpc>
              <a:spcAft>
                <a:spcPts val="800"/>
              </a:spcAft>
              <a:buSzPts val="1000"/>
              <a:tabLst>
                <a:tab pos="457200" algn="l"/>
              </a:tabLst>
            </a:pP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endParaRPr lang="en-IN" dirty="0"/>
          </a:p>
        </p:txBody>
      </p:sp>
    </p:spTree>
    <p:extLst>
      <p:ext uri="{BB962C8B-B14F-4D97-AF65-F5344CB8AC3E}">
        <p14:creationId xmlns:p14="http://schemas.microsoft.com/office/powerpoint/2010/main" val="55270074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ED24D119-F3EB-FBAF-678D-E748429CBD39}"/>
              </a:ext>
            </a:extLst>
          </p:cNvPr>
          <p:cNvSpPr>
            <a:spLocks noGrp="1"/>
          </p:cNvSpPr>
          <p:nvPr>
            <p:ph type="title"/>
          </p:nvPr>
        </p:nvSpPr>
        <p:spPr>
          <a:xfrm>
            <a:off x="437150" y="365125"/>
            <a:ext cx="10722463" cy="1955288"/>
          </a:xfrm>
        </p:spPr>
        <p:txBody>
          <a:bodyPr>
            <a:normAutofit fontScale="90000"/>
          </a:bodyPr>
          <a:lstStyle/>
          <a:p>
            <a:r>
              <a:rPr lang="en-US" sz="4000" b="1" u="sng" dirty="0">
                <a:effectLst/>
                <a:highlight>
                  <a:srgbClr val="808080"/>
                </a:highlight>
                <a:latin typeface="Times New Roman" panose="02020603050405020304" pitchFamily="18" charset="0"/>
                <a:ea typeface="Times New Roman" panose="02020603050405020304" pitchFamily="18" charset="0"/>
                <a:cs typeface="Times New Roman" panose="02020603050405020304" pitchFamily="18" charset="0"/>
              </a:rPr>
              <a:t>4. Student Management Module</a:t>
            </a:r>
            <a:br>
              <a:rPr lang="en-US" sz="4000" b="1" u="sng" dirty="0">
                <a:effectLst/>
                <a:highlight>
                  <a:srgbClr val="C0C0C0"/>
                </a:highlight>
                <a:latin typeface="Times New Roman" panose="02020603050405020304" pitchFamily="18" charset="0"/>
                <a:ea typeface="Times New Roman" panose="02020603050405020304" pitchFamily="18" charset="0"/>
                <a:cs typeface="Times New Roman" panose="02020603050405020304" pitchFamily="18" charset="0"/>
              </a:rPr>
            </a:br>
            <a:r>
              <a:rPr lang="en-US" sz="1800" b="0" dirty="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rPr>
              <a:t>This module automates the management of student data and related tasks.</a:t>
            </a:r>
            <a:br>
              <a:rPr lang="en-US" sz="1800" b="0" dirty="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rPr>
            </a:br>
            <a:r>
              <a:rPr lang="en-US" sz="1800" b="0" dirty="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rPr>
              <a:t>Sub-Modules:</a:t>
            </a:r>
            <a:br>
              <a:rPr lang="en-IN" sz="1800" dirty="0">
                <a:effectLst/>
                <a:latin typeface="Calibri" panose="020F0502020204030204" pitchFamily="34" charset="0"/>
                <a:ea typeface="Calibri" panose="020F0502020204030204" pitchFamily="34" charset="0"/>
                <a:cs typeface="Times New Roman" panose="02020603050405020304" pitchFamily="18" charset="0"/>
              </a:rPr>
            </a:br>
            <a:br>
              <a:rPr lang="en-IN" sz="1800" dirty="0">
                <a:effectLst/>
                <a:latin typeface="Calibri" panose="020F0502020204030204" pitchFamily="34" charset="0"/>
                <a:ea typeface="Calibri" panose="020F0502020204030204" pitchFamily="34" charset="0"/>
                <a:cs typeface="Times New Roman" panose="02020603050405020304" pitchFamily="18" charset="0"/>
              </a:rPr>
            </a:br>
            <a:endParaRPr lang="en-IN" dirty="0"/>
          </a:p>
        </p:txBody>
      </p:sp>
      <p:sp>
        <p:nvSpPr>
          <p:cNvPr id="6" name="TextBox 5">
            <a:extLst>
              <a:ext uri="{FF2B5EF4-FFF2-40B4-BE49-F238E27FC236}">
                <a16:creationId xmlns:a16="http://schemas.microsoft.com/office/drawing/2014/main" id="{ED741FC9-2A14-FEBC-005E-6477A5753184}"/>
              </a:ext>
            </a:extLst>
          </p:cNvPr>
          <p:cNvSpPr txBox="1"/>
          <p:nvPr/>
        </p:nvSpPr>
        <p:spPr>
          <a:xfrm>
            <a:off x="437150" y="1876926"/>
            <a:ext cx="11048997" cy="4881977"/>
          </a:xfrm>
          <a:prstGeom prst="rect">
            <a:avLst/>
          </a:prstGeom>
          <a:noFill/>
        </p:spPr>
        <p:txBody>
          <a:bodyPr wrap="square" rtlCol="0">
            <a:spAutoFit/>
          </a:bodyPr>
          <a:lstStyle/>
          <a:p>
            <a:pPr algn="ctr">
              <a:lnSpc>
                <a:spcPct val="107000"/>
              </a:lnSpc>
              <a:spcAft>
                <a:spcPts val="800"/>
              </a:spcAft>
            </a:pP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000" dirty="0">
                <a:effectLst/>
                <a:highlight>
                  <a:srgbClr val="C0C0C0"/>
                </a:highlight>
                <a:latin typeface="Times New Roman" panose="02020603050405020304" pitchFamily="18" charset="0"/>
                <a:ea typeface="Times New Roman" panose="02020603050405020304" pitchFamily="18" charset="0"/>
                <a:cs typeface="Times New Roman" panose="02020603050405020304" pitchFamily="18" charset="0"/>
              </a:rPr>
              <a:t>4.1 </a:t>
            </a:r>
            <a:r>
              <a:rPr lang="en-US" sz="2000" b="1" dirty="0">
                <a:effectLst/>
                <a:highlight>
                  <a:srgbClr val="C0C0C0"/>
                </a:highlight>
                <a:latin typeface="Times New Roman" panose="02020603050405020304" pitchFamily="18" charset="0"/>
                <a:ea typeface="Times New Roman" panose="02020603050405020304" pitchFamily="18" charset="0"/>
                <a:cs typeface="Times New Roman" panose="02020603050405020304" pitchFamily="18" charset="0"/>
              </a:rPr>
              <a:t>Student Management</a:t>
            </a:r>
            <a:r>
              <a:rPr lang="en-US" sz="2000" dirty="0">
                <a:effectLst/>
                <a:highlight>
                  <a:srgbClr val="C0C0C0"/>
                </a:highlight>
                <a:latin typeface="Times New Roman" panose="02020603050405020304" pitchFamily="18" charset="0"/>
                <a:ea typeface="Times New Roman" panose="02020603050405020304" pitchFamily="18" charset="0"/>
                <a:cs typeface="Times New Roman" panose="02020603050405020304" pitchFamily="18" charset="0"/>
              </a:rPr>
              <a:t>:</a:t>
            </a:r>
            <a:endParaRPr lang="en-IN" sz="2000" dirty="0">
              <a:effectLst/>
              <a:highlight>
                <a:srgbClr val="C0C0C0"/>
              </a:highligh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07000"/>
              </a:lnSpc>
              <a:spcAft>
                <a:spcPts val="800"/>
              </a:spcAft>
              <a:buSzPts val="1000"/>
              <a:buFont typeface="Symbol" panose="05050102010706020507" pitchFamily="18" charset="2"/>
              <a:buChar char=""/>
              <a:tabLst>
                <a:tab pos="457200" algn="l"/>
              </a:tabLst>
            </a:pP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Maintain comprehensive student records, including personal details, academic history, and department information.</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07000"/>
              </a:lnSpc>
              <a:spcAft>
                <a:spcPts val="800"/>
              </a:spcAft>
              <a:buSzPts val="1000"/>
              <a:buFont typeface="Symbol" panose="05050102010706020507" pitchFamily="18" charset="2"/>
              <a:buChar char=""/>
              <a:tabLst>
                <a:tab pos="457200" algn="l"/>
              </a:tabLst>
            </a:pP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Update records for transfers, re-enrollment, or course changes.</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marL="457200">
              <a:lnSpc>
                <a:spcPct val="107000"/>
              </a:lnSpc>
            </a:pP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Input file name- Admission_details</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marL="457200">
              <a:lnSpc>
                <a:spcPct val="107000"/>
              </a:lnSpc>
              <a:spcAft>
                <a:spcPts val="800"/>
              </a:spcAft>
            </a:pP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Output file name-Student_details</a:t>
            </a:r>
          </a:p>
          <a:p>
            <a:pPr marL="457200">
              <a:lnSpc>
                <a:spcPct val="107000"/>
              </a:lnSpc>
              <a:spcAft>
                <a:spcPts val="800"/>
              </a:spcAft>
            </a:pP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000" dirty="0">
                <a:effectLst/>
                <a:highlight>
                  <a:srgbClr val="C0C0C0"/>
                </a:highlight>
                <a:latin typeface="Times New Roman" panose="02020603050405020304" pitchFamily="18" charset="0"/>
                <a:ea typeface="Times New Roman" panose="02020603050405020304" pitchFamily="18" charset="0"/>
                <a:cs typeface="Times New Roman" panose="02020603050405020304" pitchFamily="18" charset="0"/>
              </a:rPr>
              <a:t>4.2 </a:t>
            </a:r>
            <a:r>
              <a:rPr lang="en-US" sz="2000" b="1" dirty="0">
                <a:effectLst/>
                <a:highlight>
                  <a:srgbClr val="C0C0C0"/>
                </a:highlight>
                <a:latin typeface="Times New Roman" panose="02020603050405020304" pitchFamily="18" charset="0"/>
                <a:ea typeface="Times New Roman" panose="02020603050405020304" pitchFamily="18" charset="0"/>
                <a:cs typeface="Times New Roman" panose="02020603050405020304" pitchFamily="18" charset="0"/>
              </a:rPr>
              <a:t>Fee Management</a:t>
            </a:r>
            <a:r>
              <a:rPr lang="en-US" sz="2000" dirty="0">
                <a:effectLst/>
                <a:highlight>
                  <a:srgbClr val="C0C0C0"/>
                </a:highlight>
                <a:latin typeface="Times New Roman" panose="02020603050405020304" pitchFamily="18" charset="0"/>
                <a:ea typeface="Times New Roman" panose="02020603050405020304" pitchFamily="18" charset="0"/>
                <a:cs typeface="Times New Roman" panose="02020603050405020304" pitchFamily="18" charset="0"/>
              </a:rPr>
              <a:t>:</a:t>
            </a:r>
            <a:endParaRPr lang="en-IN" sz="2000" dirty="0">
              <a:effectLst/>
              <a:highlight>
                <a:srgbClr val="C0C0C0"/>
              </a:highligh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07000"/>
              </a:lnSpc>
              <a:spcAft>
                <a:spcPts val="800"/>
              </a:spcAft>
              <a:buSzPts val="1000"/>
              <a:buFont typeface="Symbol" panose="05050102010706020507" pitchFamily="18" charset="2"/>
              <a:buChar char=""/>
              <a:tabLst>
                <a:tab pos="457200" algn="l"/>
              </a:tabLst>
            </a:pP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Manage fee collection, payment tracking, and receipts.</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07000"/>
              </a:lnSpc>
              <a:spcAft>
                <a:spcPts val="800"/>
              </a:spcAft>
              <a:buSzPts val="1000"/>
              <a:buFont typeface="Symbol" panose="05050102010706020507" pitchFamily="18" charset="2"/>
              <a:buChar char=""/>
              <a:tabLst>
                <a:tab pos="457200" algn="l"/>
              </a:tabLst>
            </a:pP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Generate reminders for unpaid fees and provide fee status reports</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marL="457200">
              <a:lnSpc>
                <a:spcPct val="107000"/>
              </a:lnSpc>
            </a:pP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Input file name-Course_details, student_details </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marL="457200">
              <a:lnSpc>
                <a:spcPct val="107000"/>
              </a:lnSpc>
              <a:spcAft>
                <a:spcPts val="800"/>
              </a:spcAft>
            </a:pP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Output file name-</a:t>
            </a:r>
            <a:r>
              <a:rPr lang="en-US" sz="1800" dirty="0" err="1">
                <a:effectLst/>
                <a:latin typeface="Times New Roman" panose="02020603050405020304" pitchFamily="18" charset="0"/>
                <a:ea typeface="Times New Roman" panose="02020603050405020304" pitchFamily="18" charset="0"/>
                <a:cs typeface="Times New Roman" panose="02020603050405020304" pitchFamily="18" charset="0"/>
              </a:rPr>
              <a:t>Fee_details</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marL="457200">
              <a:lnSpc>
                <a:spcPct val="107000"/>
              </a:lnSpc>
              <a:spcAft>
                <a:spcPts val="800"/>
              </a:spcAft>
            </a:pP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endParaRPr lang="en-IN" dirty="0"/>
          </a:p>
        </p:txBody>
      </p:sp>
    </p:spTree>
    <p:extLst>
      <p:ext uri="{BB962C8B-B14F-4D97-AF65-F5344CB8AC3E}">
        <p14:creationId xmlns:p14="http://schemas.microsoft.com/office/powerpoint/2010/main" val="217978777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C221E98B-E1BC-EA63-386F-F6CCF036E30C}"/>
              </a:ext>
            </a:extLst>
          </p:cNvPr>
          <p:cNvSpPr txBox="1"/>
          <p:nvPr/>
        </p:nvSpPr>
        <p:spPr>
          <a:xfrm>
            <a:off x="336884" y="593558"/>
            <a:ext cx="11550316" cy="6022803"/>
          </a:xfrm>
          <a:prstGeom prst="rect">
            <a:avLst/>
          </a:prstGeom>
          <a:noFill/>
        </p:spPr>
        <p:txBody>
          <a:bodyPr wrap="square" rtlCol="0">
            <a:spAutoFit/>
          </a:bodyPr>
          <a:lstStyle/>
          <a:p>
            <a:pPr marL="457200" algn="ctr">
              <a:lnSpc>
                <a:spcPct val="107000"/>
              </a:lnSpc>
              <a:spcAft>
                <a:spcPts val="800"/>
              </a:spcAft>
            </a:pPr>
            <a:r>
              <a:rPr lang="en-US" sz="2000" dirty="0">
                <a:effectLst/>
                <a:highlight>
                  <a:srgbClr val="C0C0C0"/>
                </a:highlight>
                <a:latin typeface="Times New Roman" panose="02020603050405020304" pitchFamily="18" charset="0"/>
                <a:ea typeface="Times New Roman" panose="02020603050405020304" pitchFamily="18" charset="0"/>
                <a:cs typeface="Times New Roman" panose="02020603050405020304" pitchFamily="18" charset="0"/>
              </a:rPr>
              <a:t>4.3 </a:t>
            </a:r>
            <a:r>
              <a:rPr lang="en-US" sz="2000" b="1" dirty="0">
                <a:effectLst/>
                <a:highlight>
                  <a:srgbClr val="C0C0C0"/>
                </a:highlight>
                <a:latin typeface="Times New Roman" panose="02020603050405020304" pitchFamily="18" charset="0"/>
                <a:ea typeface="Times New Roman" panose="02020603050405020304" pitchFamily="18" charset="0"/>
                <a:cs typeface="Times New Roman" panose="02020603050405020304" pitchFamily="18" charset="0"/>
              </a:rPr>
              <a:t>Attendance Management</a:t>
            </a:r>
            <a:r>
              <a:rPr lang="en-US" sz="2000" dirty="0">
                <a:effectLst/>
                <a:highlight>
                  <a:srgbClr val="C0C0C0"/>
                </a:highlight>
                <a:latin typeface="Times New Roman" panose="02020603050405020304" pitchFamily="18" charset="0"/>
                <a:ea typeface="Times New Roman" panose="02020603050405020304" pitchFamily="18" charset="0"/>
                <a:cs typeface="Times New Roman" panose="02020603050405020304" pitchFamily="18" charset="0"/>
              </a:rPr>
              <a:t>:</a:t>
            </a:r>
            <a:endParaRPr lang="en-IN" sz="2000" dirty="0">
              <a:effectLst/>
              <a:highlight>
                <a:srgbClr val="C0C0C0"/>
              </a:highligh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07000"/>
              </a:lnSpc>
              <a:spcAft>
                <a:spcPts val="800"/>
              </a:spcAft>
              <a:buSzPts val="1000"/>
              <a:buFont typeface="Symbol" panose="05050102010706020507" pitchFamily="18" charset="2"/>
              <a:buChar char=""/>
              <a:tabLst>
                <a:tab pos="457200" algn="l"/>
              </a:tabLst>
            </a:pP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Record daily attendance for students.</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07000"/>
              </a:lnSpc>
              <a:spcAft>
                <a:spcPts val="800"/>
              </a:spcAft>
              <a:buSzPts val="1000"/>
              <a:buFont typeface="Symbol" panose="05050102010706020507" pitchFamily="18" charset="2"/>
              <a:buChar char=""/>
              <a:tabLst>
                <a:tab pos="457200" algn="l"/>
              </a:tabLst>
            </a:pP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Generate attendance reports and notify students of low attendance.</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marL="457200">
              <a:lnSpc>
                <a:spcPct val="107000"/>
              </a:lnSpc>
              <a:spcAft>
                <a:spcPts val="800"/>
              </a:spcAft>
            </a:pP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Input file name- Student_details, department_details</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r>
              <a:rPr lang="en-US" sz="1800" dirty="0">
                <a:effectLst/>
                <a:latin typeface="Times New Roman" panose="02020603050405020304" pitchFamily="18" charset="0"/>
                <a:ea typeface="Times New Roman" panose="02020603050405020304" pitchFamily="18" charset="0"/>
              </a:rPr>
              <a:t>       Output file name- Attendance _details</a:t>
            </a:r>
          </a:p>
          <a:p>
            <a:pPr>
              <a:lnSpc>
                <a:spcPct val="107000"/>
              </a:lnSpc>
              <a:spcAft>
                <a:spcPts val="800"/>
              </a:spcAft>
            </a:pPr>
            <a:r>
              <a:rPr lang="en-US" sz="4000" b="1" u="sng" dirty="0">
                <a:effectLst/>
                <a:highlight>
                  <a:srgbClr val="C0C0C0"/>
                </a:highlight>
                <a:latin typeface="Times New Roman" panose="02020603050405020304" pitchFamily="18" charset="0"/>
                <a:ea typeface="Times New Roman" panose="02020603050405020304" pitchFamily="18" charset="0"/>
                <a:cs typeface="Times New Roman" panose="02020603050405020304" pitchFamily="18" charset="0"/>
              </a:rPr>
              <a:t>5. Exam Management Module</a:t>
            </a:r>
            <a:endParaRPr lang="en-IN" sz="4000" u="sng" dirty="0">
              <a:effectLst/>
              <a:highlight>
                <a:srgbClr val="C0C0C0"/>
              </a:highligh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This module focuses on exam administration and result processing.</a:t>
            </a:r>
            <a:b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br>
            <a:r>
              <a:rPr lang="en-US" sz="1800" b="1" dirty="0">
                <a:effectLst/>
                <a:latin typeface="Times New Roman" panose="02020603050405020304" pitchFamily="18" charset="0"/>
                <a:ea typeface="Times New Roman" panose="02020603050405020304" pitchFamily="18" charset="0"/>
                <a:cs typeface="Times New Roman" panose="02020603050405020304" pitchFamily="18" charset="0"/>
              </a:rPr>
              <a:t>Sub-Modules:</a:t>
            </a:r>
          </a:p>
          <a:p>
            <a:pPr algn="ctr">
              <a:lnSpc>
                <a:spcPct val="107000"/>
              </a:lnSpc>
              <a:spcAft>
                <a:spcPts val="800"/>
              </a:spcAft>
            </a:pPr>
            <a:r>
              <a:rPr lang="en-US" sz="2000" dirty="0">
                <a:effectLst/>
                <a:highlight>
                  <a:srgbClr val="C0C0C0"/>
                </a:highlight>
                <a:latin typeface="Times New Roman" panose="02020603050405020304" pitchFamily="18" charset="0"/>
                <a:ea typeface="Times New Roman" panose="02020603050405020304" pitchFamily="18" charset="0"/>
                <a:cs typeface="Times New Roman" panose="02020603050405020304" pitchFamily="18" charset="0"/>
              </a:rPr>
              <a:t>5.1 </a:t>
            </a:r>
            <a:r>
              <a:rPr lang="en-US" sz="2000" b="1" dirty="0">
                <a:effectLst/>
                <a:highlight>
                  <a:srgbClr val="C0C0C0"/>
                </a:highlight>
                <a:latin typeface="Times New Roman" panose="02020603050405020304" pitchFamily="18" charset="0"/>
                <a:ea typeface="Times New Roman" panose="02020603050405020304" pitchFamily="18" charset="0"/>
                <a:cs typeface="Times New Roman" panose="02020603050405020304" pitchFamily="18" charset="0"/>
              </a:rPr>
              <a:t>Exam Management</a:t>
            </a:r>
            <a:r>
              <a:rPr lang="en-US" sz="2000" dirty="0">
                <a:effectLst/>
                <a:highlight>
                  <a:srgbClr val="C0C0C0"/>
                </a:highlight>
                <a:latin typeface="Times New Roman" panose="02020603050405020304" pitchFamily="18" charset="0"/>
                <a:ea typeface="Times New Roman" panose="02020603050405020304" pitchFamily="18" charset="0"/>
                <a:cs typeface="Times New Roman" panose="02020603050405020304" pitchFamily="18" charset="0"/>
              </a:rPr>
              <a:t>:</a:t>
            </a:r>
            <a:endParaRPr lang="en-IN" sz="2000" dirty="0">
              <a:effectLst/>
              <a:highlight>
                <a:srgbClr val="C0C0C0"/>
              </a:highligh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07000"/>
              </a:lnSpc>
              <a:spcAft>
                <a:spcPts val="800"/>
              </a:spcAft>
              <a:buSzPts val="1000"/>
              <a:buFont typeface="Symbol" panose="05050102010706020507" pitchFamily="18" charset="2"/>
              <a:buChar char=""/>
              <a:tabLst>
                <a:tab pos="457200" algn="l"/>
              </a:tabLst>
            </a:pP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Create and update exam details, including type (midterm, final) and syllabus coverage.</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07000"/>
              </a:lnSpc>
              <a:spcAft>
                <a:spcPts val="800"/>
              </a:spcAft>
              <a:buSzPts val="1000"/>
              <a:buFont typeface="Symbol" panose="05050102010706020507" pitchFamily="18" charset="2"/>
              <a:buChar char=""/>
              <a:tabLst>
                <a:tab pos="457200" algn="l"/>
              </a:tabLst>
            </a:pP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Allocate students to exam rooms and assign invigilators.</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marL="457200">
              <a:lnSpc>
                <a:spcPct val="107000"/>
              </a:lnSpc>
            </a:pP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Input  file name- student_details, attendance, department</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marL="457200">
              <a:lnSpc>
                <a:spcPct val="107000"/>
              </a:lnSpc>
              <a:spcAft>
                <a:spcPts val="800"/>
              </a:spcAft>
            </a:pP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Output file name- Exam_details</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endParaRPr lang="en-IN" dirty="0"/>
          </a:p>
        </p:txBody>
      </p:sp>
    </p:spTree>
    <p:extLst>
      <p:ext uri="{BB962C8B-B14F-4D97-AF65-F5344CB8AC3E}">
        <p14:creationId xmlns:p14="http://schemas.microsoft.com/office/powerpoint/2010/main" val="304669484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751827A5-937F-A841-239A-FD5068021FC5}"/>
              </a:ext>
            </a:extLst>
          </p:cNvPr>
          <p:cNvSpPr txBox="1"/>
          <p:nvPr/>
        </p:nvSpPr>
        <p:spPr>
          <a:xfrm>
            <a:off x="368968" y="465221"/>
            <a:ext cx="11389895" cy="5482398"/>
          </a:xfrm>
          <a:prstGeom prst="rect">
            <a:avLst/>
          </a:prstGeom>
          <a:noFill/>
        </p:spPr>
        <p:txBody>
          <a:bodyPr wrap="square" rtlCol="0">
            <a:spAutoFit/>
          </a:bodyPr>
          <a:lstStyle/>
          <a:p>
            <a:pPr marL="457200" algn="ctr">
              <a:lnSpc>
                <a:spcPct val="107000"/>
              </a:lnSpc>
              <a:spcAft>
                <a:spcPts val="800"/>
              </a:spcAft>
            </a:pPr>
            <a:r>
              <a:rPr lang="en-US" sz="2000" dirty="0">
                <a:effectLst/>
                <a:highlight>
                  <a:srgbClr val="C0C0C0"/>
                </a:highlight>
                <a:latin typeface="Times New Roman" panose="02020603050405020304" pitchFamily="18" charset="0"/>
                <a:ea typeface="Times New Roman" panose="02020603050405020304" pitchFamily="18" charset="0"/>
                <a:cs typeface="Times New Roman" panose="02020603050405020304" pitchFamily="18" charset="0"/>
              </a:rPr>
              <a:t>5.2 </a:t>
            </a:r>
            <a:r>
              <a:rPr lang="en-US" sz="2000" b="1" dirty="0">
                <a:effectLst/>
                <a:highlight>
                  <a:srgbClr val="C0C0C0"/>
                </a:highlight>
                <a:latin typeface="Times New Roman" panose="02020603050405020304" pitchFamily="18" charset="0"/>
                <a:ea typeface="Times New Roman" panose="02020603050405020304" pitchFamily="18" charset="0"/>
                <a:cs typeface="Times New Roman" panose="02020603050405020304" pitchFamily="18" charset="0"/>
              </a:rPr>
              <a:t>Exam Schedule Management</a:t>
            </a:r>
            <a:r>
              <a:rPr lang="en-US" sz="2000" dirty="0">
                <a:effectLst/>
                <a:highlight>
                  <a:srgbClr val="C0C0C0"/>
                </a:highlight>
                <a:latin typeface="Times New Roman" panose="02020603050405020304" pitchFamily="18" charset="0"/>
                <a:ea typeface="Times New Roman" panose="02020603050405020304" pitchFamily="18" charset="0"/>
                <a:cs typeface="Times New Roman" panose="02020603050405020304" pitchFamily="18" charset="0"/>
              </a:rPr>
              <a:t>:</a:t>
            </a:r>
          </a:p>
          <a:p>
            <a:pPr marL="457200" algn="ctr">
              <a:lnSpc>
                <a:spcPct val="107000"/>
              </a:lnSpc>
              <a:spcAft>
                <a:spcPts val="800"/>
              </a:spcAft>
            </a:pPr>
            <a:endParaRPr lang="en-IN" sz="2000" dirty="0">
              <a:effectLst/>
              <a:highlight>
                <a:srgbClr val="C0C0C0"/>
              </a:highligh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07000"/>
              </a:lnSpc>
              <a:spcAft>
                <a:spcPts val="800"/>
              </a:spcAft>
              <a:buSzPts val="1000"/>
              <a:buFont typeface="Symbol" panose="05050102010706020507" pitchFamily="18" charset="2"/>
              <a:buChar char=""/>
              <a:tabLst>
                <a:tab pos="457200" algn="l"/>
              </a:tabLst>
            </a:pP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Plan and publish exam timetables for all courses and departments.</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07000"/>
              </a:lnSpc>
              <a:spcAft>
                <a:spcPts val="800"/>
              </a:spcAft>
              <a:buSzPts val="1000"/>
              <a:buFont typeface="Symbol" panose="05050102010706020507" pitchFamily="18" charset="2"/>
              <a:buChar char=""/>
              <a:tabLst>
                <a:tab pos="457200" algn="l"/>
              </a:tabLst>
            </a:pP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Notify students and faculty of schedule changes.</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marL="457200">
              <a:lnSpc>
                <a:spcPct val="107000"/>
              </a:lnSpc>
              <a:spcAft>
                <a:spcPts val="800"/>
              </a:spcAft>
            </a:pP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Input file name- Exam_details</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marL="228600">
              <a:lnSpc>
                <a:spcPct val="107000"/>
              </a:lnSpc>
              <a:spcAft>
                <a:spcPts val="800"/>
              </a:spcAft>
            </a:pP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      Output file name-Exam_schedule</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marL="228600" algn="ctr">
              <a:lnSpc>
                <a:spcPct val="107000"/>
              </a:lnSpc>
              <a:spcAft>
                <a:spcPts val="800"/>
              </a:spcAft>
            </a:pPr>
            <a:b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br>
            <a:r>
              <a:rPr lang="en-US" sz="2000" dirty="0">
                <a:effectLst/>
                <a:highlight>
                  <a:srgbClr val="C0C0C0"/>
                </a:highlight>
                <a:latin typeface="Times New Roman" panose="02020603050405020304" pitchFamily="18" charset="0"/>
                <a:ea typeface="Times New Roman" panose="02020603050405020304" pitchFamily="18" charset="0"/>
                <a:cs typeface="Times New Roman" panose="02020603050405020304" pitchFamily="18" charset="0"/>
              </a:rPr>
              <a:t>5.3 </a:t>
            </a:r>
            <a:r>
              <a:rPr lang="en-US" sz="2000" b="1" dirty="0">
                <a:effectLst/>
                <a:highlight>
                  <a:srgbClr val="C0C0C0"/>
                </a:highlight>
                <a:latin typeface="Times New Roman" panose="02020603050405020304" pitchFamily="18" charset="0"/>
                <a:ea typeface="Times New Roman" panose="02020603050405020304" pitchFamily="18" charset="0"/>
                <a:cs typeface="Times New Roman" panose="02020603050405020304" pitchFamily="18" charset="0"/>
              </a:rPr>
              <a:t>Exam Result Management</a:t>
            </a:r>
            <a:r>
              <a:rPr lang="en-US" sz="2000" dirty="0">
                <a:effectLst/>
                <a:highlight>
                  <a:srgbClr val="C0C0C0"/>
                </a:highlight>
                <a:latin typeface="Times New Roman" panose="02020603050405020304" pitchFamily="18" charset="0"/>
                <a:ea typeface="Times New Roman" panose="02020603050405020304" pitchFamily="18" charset="0"/>
                <a:cs typeface="Times New Roman" panose="02020603050405020304" pitchFamily="18" charset="0"/>
              </a:rPr>
              <a:t>:</a:t>
            </a:r>
          </a:p>
          <a:p>
            <a:pPr marL="228600" algn="ctr">
              <a:lnSpc>
                <a:spcPct val="107000"/>
              </a:lnSpc>
              <a:spcAft>
                <a:spcPts val="800"/>
              </a:spcAft>
            </a:pPr>
            <a:endParaRPr lang="en-IN" sz="20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07000"/>
              </a:lnSpc>
              <a:spcAft>
                <a:spcPts val="800"/>
              </a:spcAft>
              <a:buSzPts val="1000"/>
              <a:buFont typeface="Symbol" panose="05050102010706020507" pitchFamily="18" charset="2"/>
              <a:buChar char=""/>
              <a:tabLst>
                <a:tab pos="457200" algn="l"/>
              </a:tabLst>
            </a:pP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Enter and process student results for each subject.</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07000"/>
              </a:lnSpc>
              <a:spcAft>
                <a:spcPts val="800"/>
              </a:spcAft>
              <a:buSzPts val="1000"/>
              <a:buFont typeface="Symbol" panose="05050102010706020507" pitchFamily="18" charset="2"/>
              <a:buChar char=""/>
              <a:tabLst>
                <a:tab pos="457200" algn="l"/>
              </a:tabLst>
            </a:pP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Generate report cards and notify students of their performance.</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marL="457200">
              <a:lnSpc>
                <a:spcPct val="107000"/>
              </a:lnSpc>
            </a:pP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Input file name-Student_details , exam</a:t>
            </a:r>
            <a:r>
              <a:rPr lang="en-US" dirty="0">
                <a:latin typeface="Times New Roman" panose="02020603050405020304" pitchFamily="18" charset="0"/>
                <a:ea typeface="Times New Roman" panose="02020603050405020304" pitchFamily="18" charset="0"/>
                <a:cs typeface="Times New Roman" panose="02020603050405020304" pitchFamily="18" charset="0"/>
              </a:rPr>
              <a:t>_</a:t>
            </a: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schedule</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marL="457200">
              <a:lnSpc>
                <a:spcPct val="107000"/>
              </a:lnSpc>
              <a:spcAft>
                <a:spcPts val="800"/>
              </a:spcAft>
            </a:pP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Output file name- Exam_result</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endParaRPr lang="en-IN" dirty="0"/>
          </a:p>
        </p:txBody>
      </p:sp>
    </p:spTree>
    <p:extLst>
      <p:ext uri="{BB962C8B-B14F-4D97-AF65-F5344CB8AC3E}">
        <p14:creationId xmlns:p14="http://schemas.microsoft.com/office/powerpoint/2010/main" val="402898180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F42C8886-EC0D-2304-E4C7-AC589ACA5EA3}"/>
              </a:ext>
            </a:extLst>
          </p:cNvPr>
          <p:cNvSpPr txBox="1"/>
          <p:nvPr/>
        </p:nvSpPr>
        <p:spPr>
          <a:xfrm>
            <a:off x="401053" y="336884"/>
            <a:ext cx="11405936" cy="4413388"/>
          </a:xfrm>
          <a:prstGeom prst="rect">
            <a:avLst/>
          </a:prstGeom>
          <a:noFill/>
        </p:spPr>
        <p:txBody>
          <a:bodyPr wrap="square" rtlCol="0">
            <a:spAutoFit/>
          </a:bodyPr>
          <a:lstStyle/>
          <a:p>
            <a:pPr>
              <a:lnSpc>
                <a:spcPct val="107000"/>
              </a:lnSpc>
              <a:spcAft>
                <a:spcPts val="800"/>
              </a:spcAft>
            </a:pPr>
            <a:r>
              <a:rPr lang="en-US" sz="4000" b="1" u="sng" dirty="0">
                <a:effectLst/>
                <a:highlight>
                  <a:srgbClr val="C0C0C0"/>
                </a:highlight>
                <a:latin typeface="Times New Roman" panose="02020603050405020304" pitchFamily="18" charset="0"/>
                <a:ea typeface="Times New Roman" panose="02020603050405020304" pitchFamily="18" charset="0"/>
                <a:cs typeface="Times New Roman" panose="02020603050405020304" pitchFamily="18" charset="0"/>
              </a:rPr>
              <a:t>6. Report Management Module</a:t>
            </a:r>
            <a:endParaRPr lang="en-IN" sz="4000" u="sng" dirty="0">
              <a:effectLst/>
              <a:highlight>
                <a:srgbClr val="C0C0C0"/>
              </a:highligh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This module is dedicated to generating and maintaining all types of reports required for administrative and academic purposes.</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b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b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b="1" dirty="0">
                <a:effectLst/>
                <a:highlight>
                  <a:srgbClr val="C0C0C0"/>
                </a:highlight>
                <a:latin typeface="Times New Roman" panose="02020603050405020304" pitchFamily="18" charset="0"/>
                <a:ea typeface="Times New Roman" panose="02020603050405020304" pitchFamily="18" charset="0"/>
                <a:cs typeface="Times New Roman" panose="02020603050405020304" pitchFamily="18" charset="0"/>
              </a:rPr>
              <a:t>Sub-Modules:</a:t>
            </a:r>
            <a:r>
              <a:rPr lang="en-US" sz="1800" dirty="0">
                <a:effectLst/>
                <a:highlight>
                  <a:srgbClr val="C0C0C0"/>
                </a:highlight>
                <a:latin typeface="Times New Roman" panose="02020603050405020304" pitchFamily="18" charset="0"/>
                <a:ea typeface="Times New Roman" panose="02020603050405020304" pitchFamily="18" charset="0"/>
                <a:cs typeface="Times New Roman" panose="02020603050405020304" pitchFamily="18" charset="0"/>
              </a:rPr>
              <a:t> 6.1 </a:t>
            </a:r>
            <a:r>
              <a:rPr lang="en-US" sz="1800" b="1" dirty="0">
                <a:effectLst/>
                <a:highlight>
                  <a:srgbClr val="C0C0C0"/>
                </a:highlight>
                <a:latin typeface="Times New Roman" panose="02020603050405020304" pitchFamily="18" charset="0"/>
                <a:ea typeface="Times New Roman" panose="02020603050405020304" pitchFamily="18" charset="0"/>
                <a:cs typeface="Times New Roman" panose="02020603050405020304" pitchFamily="18" charset="0"/>
              </a:rPr>
              <a:t>All Files</a:t>
            </a:r>
            <a:r>
              <a:rPr lang="en-US" sz="1800" dirty="0">
                <a:effectLst/>
                <a:highlight>
                  <a:srgbClr val="C0C0C0"/>
                </a:highlight>
                <a:latin typeface="Times New Roman" panose="02020603050405020304" pitchFamily="18" charset="0"/>
                <a:ea typeface="Times New Roman" panose="02020603050405020304" pitchFamily="18" charset="0"/>
                <a:cs typeface="Times New Roman" panose="02020603050405020304" pitchFamily="18" charset="0"/>
              </a:rPr>
              <a:t>:</a:t>
            </a:r>
            <a:endParaRPr lang="en-IN" sz="1800" dirty="0">
              <a:effectLst/>
              <a:highlight>
                <a:srgbClr val="C0C0C0"/>
              </a:highligh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07000"/>
              </a:lnSpc>
              <a:spcAft>
                <a:spcPts val="800"/>
              </a:spcAft>
              <a:buSzPts val="1000"/>
              <a:buFont typeface="Symbol" panose="05050102010706020507" pitchFamily="18" charset="2"/>
              <a:buChar char=""/>
              <a:tabLst>
                <a:tab pos="457200" algn="l"/>
              </a:tabLst>
            </a:pP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Generate detailed reports for students, professors, courses, departments, exams, and fees.</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07000"/>
              </a:lnSpc>
              <a:spcAft>
                <a:spcPts val="800"/>
              </a:spcAft>
              <a:buSzPts val="1000"/>
              <a:buFont typeface="Symbol" panose="05050102010706020507" pitchFamily="18" charset="2"/>
              <a:buChar char=""/>
              <a:tabLst>
                <a:tab pos="457200" algn="l"/>
              </a:tabLst>
            </a:pP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Provide downloadable formats (PDF, Excel) for official use.</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07000"/>
              </a:lnSpc>
              <a:spcAft>
                <a:spcPts val="800"/>
              </a:spcAft>
              <a:buSzPts val="1000"/>
              <a:buFont typeface="Symbol" panose="05050102010706020507" pitchFamily="18" charset="2"/>
              <a:buChar char=""/>
              <a:tabLst>
                <a:tab pos="457200" algn="l"/>
              </a:tabLst>
            </a:pP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Maintain a centralized archive for easy retrieval of past records.</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07000"/>
              </a:lnSpc>
              <a:buSzPts val="1000"/>
              <a:buFont typeface="Symbol" panose="05050102010706020507" pitchFamily="18" charset="2"/>
              <a:buChar char=""/>
              <a:tabLst>
                <a:tab pos="457200" algn="l"/>
              </a:tabLst>
            </a:pP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Input file name-</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07000"/>
              </a:lnSpc>
              <a:spcAft>
                <a:spcPts val="800"/>
              </a:spcAft>
              <a:buSzPts val="1000"/>
              <a:buFont typeface="Symbol" panose="05050102010706020507" pitchFamily="18" charset="2"/>
              <a:buChar char=""/>
              <a:tabLst>
                <a:tab pos="457200" algn="l"/>
                <a:tab pos="1085850" algn="l"/>
              </a:tabLst>
            </a:pP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Output file name</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endParaRPr lang="en-IN" dirty="0"/>
          </a:p>
        </p:txBody>
      </p:sp>
    </p:spTree>
    <p:extLst>
      <p:ext uri="{BB962C8B-B14F-4D97-AF65-F5344CB8AC3E}">
        <p14:creationId xmlns:p14="http://schemas.microsoft.com/office/powerpoint/2010/main" val="303072663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iamond 1">
            <a:extLst>
              <a:ext uri="{FF2B5EF4-FFF2-40B4-BE49-F238E27FC236}">
                <a16:creationId xmlns:a16="http://schemas.microsoft.com/office/drawing/2014/main" id="{41946433-C9C9-9BA0-D1A8-1F17F202D58D}"/>
              </a:ext>
            </a:extLst>
          </p:cNvPr>
          <p:cNvSpPr>
            <a:spLocks noChangeArrowheads="1"/>
          </p:cNvSpPr>
          <p:nvPr/>
        </p:nvSpPr>
        <p:spPr bwMode="auto">
          <a:xfrm>
            <a:off x="8957807" y="1461014"/>
            <a:ext cx="1085850" cy="495300"/>
          </a:xfrm>
          <a:prstGeom prst="diamond">
            <a:avLst/>
          </a:prstGeom>
          <a:solidFill>
            <a:srgbClr val="FFFFFF"/>
          </a:solidFill>
          <a:ln w="12700">
            <a:solidFill>
              <a:srgbClr val="70AD47"/>
            </a:solidFill>
            <a:miter lim="800000"/>
            <a:headEnd/>
            <a:tailEnd/>
          </a:ln>
        </p:spPr>
        <p:txBody>
          <a:bodyPr vert="horz" wrap="square" lIns="91440" tIns="45720" rIns="91440" bIns="45720" numCol="1" anchor="ctr"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600" b="1" i="0" u="none" strike="noStrike" cap="none" normalizeH="0" baseline="0" dirty="0">
                <a:ln>
                  <a:noFill/>
                </a:ln>
                <a:solidFill>
                  <a:schemeClr val="bg1"/>
                </a:solidFill>
                <a:effectLst/>
                <a:latin typeface="Calibri" panose="020F0502020204030204" pitchFamily="34" charset="0"/>
                <a:ea typeface="Calibri" panose="020F0502020204030204" pitchFamily="34" charset="0"/>
                <a:cs typeface="Mangal" panose="02040503050203030202" pitchFamily="18" charset="0"/>
              </a:rPr>
              <a:t>HAS</a:t>
            </a:r>
            <a:endParaRPr kumimoji="0" lang="en-US" altLang="en-US" sz="3600" b="0" i="0" u="none" strike="noStrike" cap="none" normalizeH="0" baseline="0" dirty="0">
              <a:ln>
                <a:noFill/>
              </a:ln>
              <a:solidFill>
                <a:schemeClr val="bg1"/>
              </a:solidFill>
              <a:effectLst/>
              <a:latin typeface="Arial" panose="020B0604020202020204" pitchFamily="34" charset="0"/>
            </a:endParaRPr>
          </a:p>
        </p:txBody>
      </p:sp>
      <p:sp>
        <p:nvSpPr>
          <p:cNvPr id="3" name="Rectangle 2">
            <a:extLst>
              <a:ext uri="{FF2B5EF4-FFF2-40B4-BE49-F238E27FC236}">
                <a16:creationId xmlns:a16="http://schemas.microsoft.com/office/drawing/2014/main" id="{309132BE-975B-7CBB-4CB1-CBFD53E1C990}"/>
              </a:ext>
            </a:extLst>
          </p:cNvPr>
          <p:cNvSpPr>
            <a:spLocks noChangeArrowheads="1"/>
          </p:cNvSpPr>
          <p:nvPr/>
        </p:nvSpPr>
        <p:spPr bwMode="auto">
          <a:xfrm>
            <a:off x="8781821" y="232063"/>
            <a:ext cx="1437821" cy="457199"/>
          </a:xfrm>
          <a:prstGeom prst="rect">
            <a:avLst/>
          </a:prstGeom>
          <a:solidFill>
            <a:srgbClr val="FFFFFF"/>
          </a:solidFill>
          <a:ln w="12700">
            <a:solidFill>
              <a:srgbClr val="70AD47"/>
            </a:solidFill>
            <a:miter lim="800000"/>
            <a:headEnd/>
            <a:tailEnd/>
          </a:ln>
        </p:spPr>
        <p:txBody>
          <a:bodyPr vert="horz" wrap="square" lIns="91440" tIns="45720" rIns="91440" bIns="45720" numCol="1" anchor="ctr"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pPr>
            <a:r>
              <a:rPr lang="en-US" altLang="en-US" sz="1600" b="1" dirty="0">
                <a:solidFill>
                  <a:schemeClr val="bg1"/>
                </a:solidFill>
                <a:latin typeface="Calibri" panose="020F0502020204030204" pitchFamily="34" charset="0"/>
                <a:ea typeface="Calibri" panose="020F0502020204030204" pitchFamily="34" charset="0"/>
                <a:cs typeface="Mangal" panose="02040503050203030202" pitchFamily="18" charset="0"/>
              </a:rPr>
              <a:t>FEE</a:t>
            </a:r>
          </a:p>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600" b="1"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Mangal" panose="02040503050203030202" pitchFamily="18" charset="0"/>
              </a:rPr>
              <a:t> </a:t>
            </a:r>
            <a:r>
              <a:rPr kumimoji="0" lang="en-US" altLang="en-US" sz="1600" b="1" i="0" u="none" strike="noStrike" cap="none" normalizeH="0" baseline="0" dirty="0">
                <a:ln>
                  <a:noFill/>
                </a:ln>
                <a:solidFill>
                  <a:schemeClr val="bg1"/>
                </a:solidFill>
                <a:effectLst/>
                <a:latin typeface="Calibri" panose="020F0502020204030204" pitchFamily="34" charset="0"/>
                <a:ea typeface="Calibri" panose="020F0502020204030204" pitchFamily="34" charset="0"/>
                <a:cs typeface="Mangal" panose="02040503050203030202" pitchFamily="18" charset="0"/>
              </a:rPr>
              <a:t>STRUCTURE</a:t>
            </a:r>
            <a:endParaRPr kumimoji="0" lang="en-US" altLang="en-US" sz="3600" b="0" i="0" u="none" strike="noStrike" cap="none" normalizeH="0" baseline="0" dirty="0">
              <a:ln>
                <a:noFill/>
              </a:ln>
              <a:solidFill>
                <a:schemeClr val="bg1"/>
              </a:solidFill>
              <a:effectLst/>
              <a:latin typeface="Arial" panose="020B0604020202020204" pitchFamily="34" charset="0"/>
            </a:endParaRPr>
          </a:p>
        </p:txBody>
      </p:sp>
      <p:sp>
        <p:nvSpPr>
          <p:cNvPr id="4" name="Rectangle 3">
            <a:extLst>
              <a:ext uri="{FF2B5EF4-FFF2-40B4-BE49-F238E27FC236}">
                <a16:creationId xmlns:a16="http://schemas.microsoft.com/office/drawing/2014/main" id="{A5522019-265E-0765-286C-B95AAA86727A}"/>
              </a:ext>
            </a:extLst>
          </p:cNvPr>
          <p:cNvSpPr>
            <a:spLocks noChangeArrowheads="1"/>
          </p:cNvSpPr>
          <p:nvPr/>
        </p:nvSpPr>
        <p:spPr bwMode="auto">
          <a:xfrm>
            <a:off x="7260318" y="1505002"/>
            <a:ext cx="1260473" cy="414338"/>
          </a:xfrm>
          <a:prstGeom prst="rect">
            <a:avLst/>
          </a:prstGeom>
          <a:solidFill>
            <a:srgbClr val="FFFFFF"/>
          </a:solidFill>
          <a:ln w="12700">
            <a:solidFill>
              <a:srgbClr val="70AD47"/>
            </a:solidFill>
            <a:miter lim="800000"/>
            <a:headEnd/>
            <a:tailEnd/>
          </a:ln>
        </p:spPr>
        <p:txBody>
          <a:bodyPr vert="horz" wrap="square" lIns="91440" tIns="45720" rIns="91440" bIns="45720" numCol="1" anchor="ctr"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600" b="1" i="0" u="none" strike="noStrike" cap="none" normalizeH="0" baseline="0" dirty="0">
                <a:ln>
                  <a:noFill/>
                </a:ln>
                <a:solidFill>
                  <a:schemeClr val="bg1"/>
                </a:solidFill>
                <a:effectLst/>
                <a:latin typeface="Calibri" panose="020F0502020204030204" pitchFamily="34" charset="0"/>
                <a:ea typeface="Calibri" panose="020F0502020204030204" pitchFamily="34" charset="0"/>
                <a:cs typeface="Mangal" panose="02040503050203030202" pitchFamily="18" charset="0"/>
              </a:rPr>
              <a:t>SCHEDULE</a:t>
            </a:r>
            <a:endParaRPr kumimoji="0" lang="en-US" altLang="en-US" sz="3600" b="0" i="0" u="none" strike="noStrike" cap="none" normalizeH="0" baseline="0" dirty="0">
              <a:ln>
                <a:noFill/>
              </a:ln>
              <a:solidFill>
                <a:schemeClr val="bg1"/>
              </a:solidFill>
              <a:effectLst/>
              <a:latin typeface="Arial" panose="020B0604020202020204" pitchFamily="34" charset="0"/>
            </a:endParaRPr>
          </a:p>
        </p:txBody>
      </p:sp>
      <p:sp>
        <p:nvSpPr>
          <p:cNvPr id="5" name="Rectangle 55">
            <a:extLst>
              <a:ext uri="{FF2B5EF4-FFF2-40B4-BE49-F238E27FC236}">
                <a16:creationId xmlns:a16="http://schemas.microsoft.com/office/drawing/2014/main" id="{E8EF535E-5EA7-015B-A1F8-9E93687AB00F}"/>
              </a:ext>
            </a:extLst>
          </p:cNvPr>
          <p:cNvSpPr>
            <a:spLocks noChangeArrowheads="1"/>
          </p:cNvSpPr>
          <p:nvPr/>
        </p:nvSpPr>
        <p:spPr bwMode="auto">
          <a:xfrm>
            <a:off x="1917248" y="3299950"/>
            <a:ext cx="1371600" cy="505280"/>
          </a:xfrm>
          <a:prstGeom prst="rect">
            <a:avLst/>
          </a:prstGeom>
          <a:solidFill>
            <a:srgbClr val="FFFFFF"/>
          </a:solidFill>
          <a:ln w="12700">
            <a:solidFill>
              <a:srgbClr val="70AD47"/>
            </a:solidFill>
            <a:miter lim="800000"/>
            <a:headEnd/>
            <a:tailEnd/>
          </a:ln>
        </p:spPr>
        <p:txBody>
          <a:bodyPr vert="horz" wrap="square" lIns="91440" tIns="45720" rIns="91440" bIns="45720" numCol="1" anchor="ctr"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600" b="1" i="0" u="none" strike="noStrike" cap="none" normalizeH="0" baseline="0" dirty="0">
                <a:ln>
                  <a:noFill/>
                </a:ln>
                <a:solidFill>
                  <a:schemeClr val="bg1"/>
                </a:solidFill>
                <a:effectLst/>
                <a:latin typeface="Calibri" panose="020F0502020204030204" pitchFamily="34" charset="0"/>
                <a:ea typeface="Calibri" panose="020F0502020204030204" pitchFamily="34" charset="0"/>
                <a:cs typeface="Mangal" panose="02040503050203030202" pitchFamily="18" charset="0"/>
              </a:rPr>
              <a:t>E</a:t>
            </a:r>
            <a:r>
              <a:rPr lang="en-US" altLang="en-US" sz="1600" b="1" dirty="0">
                <a:solidFill>
                  <a:schemeClr val="bg1"/>
                </a:solidFill>
                <a:latin typeface="Calibri" panose="020F0502020204030204" pitchFamily="34" charset="0"/>
                <a:ea typeface="Calibri" panose="020F0502020204030204" pitchFamily="34" charset="0"/>
                <a:cs typeface="Mangal" panose="02040503050203030202" pitchFamily="18" charset="0"/>
              </a:rPr>
              <a:t>NQ_DETAILS</a:t>
            </a:r>
            <a:endParaRPr kumimoji="0" lang="en-US" altLang="en-US" sz="3600" b="0" i="0" u="none" strike="noStrike" cap="none" normalizeH="0" baseline="0" dirty="0">
              <a:ln>
                <a:noFill/>
              </a:ln>
              <a:solidFill>
                <a:schemeClr val="bg1"/>
              </a:solidFill>
              <a:effectLst/>
              <a:latin typeface="Arial" panose="020B0604020202020204" pitchFamily="34" charset="0"/>
            </a:endParaRPr>
          </a:p>
        </p:txBody>
      </p:sp>
      <p:sp>
        <p:nvSpPr>
          <p:cNvPr id="6" name="Rectangle 54">
            <a:extLst>
              <a:ext uri="{FF2B5EF4-FFF2-40B4-BE49-F238E27FC236}">
                <a16:creationId xmlns:a16="http://schemas.microsoft.com/office/drawing/2014/main" id="{B5781281-ABD5-E680-3B14-79186A2C1469}"/>
              </a:ext>
            </a:extLst>
          </p:cNvPr>
          <p:cNvSpPr>
            <a:spLocks noChangeArrowheads="1"/>
          </p:cNvSpPr>
          <p:nvPr/>
        </p:nvSpPr>
        <p:spPr bwMode="auto">
          <a:xfrm>
            <a:off x="8658566" y="5895520"/>
            <a:ext cx="1040720" cy="425449"/>
          </a:xfrm>
          <a:prstGeom prst="rect">
            <a:avLst/>
          </a:prstGeom>
          <a:solidFill>
            <a:srgbClr val="FFFFFF"/>
          </a:solidFill>
          <a:ln w="12700">
            <a:solidFill>
              <a:srgbClr val="70AD47"/>
            </a:solidFill>
            <a:miter lim="800000"/>
            <a:headEnd/>
            <a:tailEnd/>
          </a:ln>
        </p:spPr>
        <p:txBody>
          <a:bodyPr vert="horz" wrap="square" lIns="91440" tIns="45720" rIns="91440" bIns="45720" numCol="1" anchor="ctr"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600" b="1" i="0" u="none" strike="noStrike" cap="none" normalizeH="0" baseline="0" dirty="0">
                <a:ln>
                  <a:noFill/>
                </a:ln>
                <a:solidFill>
                  <a:schemeClr val="bg1"/>
                </a:solidFill>
                <a:effectLst/>
                <a:latin typeface="Calibri" panose="020F0502020204030204" pitchFamily="34" charset="0"/>
                <a:ea typeface="Calibri" panose="020F0502020204030204" pitchFamily="34" charset="0"/>
                <a:cs typeface="Mangal" panose="02040503050203030202" pitchFamily="18" charset="0"/>
              </a:rPr>
              <a:t>CLASSES</a:t>
            </a:r>
            <a:endParaRPr kumimoji="0" lang="en-US" altLang="en-US" sz="3600" b="0" i="0" u="none" strike="noStrike" cap="none" normalizeH="0" baseline="0" dirty="0">
              <a:ln>
                <a:noFill/>
              </a:ln>
              <a:solidFill>
                <a:schemeClr val="bg1"/>
              </a:solidFill>
              <a:effectLst/>
              <a:latin typeface="Arial" panose="020B0604020202020204" pitchFamily="34" charset="0"/>
            </a:endParaRPr>
          </a:p>
        </p:txBody>
      </p:sp>
      <p:sp>
        <p:nvSpPr>
          <p:cNvPr id="7" name="Rectangle 53">
            <a:extLst>
              <a:ext uri="{FF2B5EF4-FFF2-40B4-BE49-F238E27FC236}">
                <a16:creationId xmlns:a16="http://schemas.microsoft.com/office/drawing/2014/main" id="{046F8358-A591-8ADE-C766-9A74B81CC517}"/>
              </a:ext>
            </a:extLst>
          </p:cNvPr>
          <p:cNvSpPr>
            <a:spLocks noChangeArrowheads="1"/>
          </p:cNvSpPr>
          <p:nvPr/>
        </p:nvSpPr>
        <p:spPr bwMode="auto">
          <a:xfrm>
            <a:off x="9077663" y="2615008"/>
            <a:ext cx="1102406" cy="457199"/>
          </a:xfrm>
          <a:prstGeom prst="rect">
            <a:avLst/>
          </a:prstGeom>
          <a:solidFill>
            <a:srgbClr val="FFFFFF"/>
          </a:solidFill>
          <a:ln w="12700">
            <a:solidFill>
              <a:srgbClr val="70AD47"/>
            </a:solidFill>
            <a:miter lim="800000"/>
            <a:headEnd/>
            <a:tailEnd/>
          </a:ln>
        </p:spPr>
        <p:txBody>
          <a:bodyPr vert="horz" wrap="square" lIns="91440" tIns="45720" rIns="91440" bIns="45720" numCol="1" anchor="ctr"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2000" b="1" i="0" u="none" strike="noStrike" cap="none" normalizeH="0" baseline="0" dirty="0">
                <a:ln>
                  <a:noFill/>
                </a:ln>
                <a:solidFill>
                  <a:schemeClr val="bg1"/>
                </a:solidFill>
                <a:effectLst/>
                <a:latin typeface="Calibri" panose="020F0502020204030204" pitchFamily="34" charset="0"/>
                <a:ea typeface="Calibri" panose="020F0502020204030204" pitchFamily="34" charset="0"/>
                <a:cs typeface="Mangal" panose="02040503050203030202" pitchFamily="18" charset="0"/>
              </a:rPr>
              <a:t>COURSE</a:t>
            </a:r>
            <a:endParaRPr kumimoji="0" lang="en-US" altLang="en-US" sz="1600" b="0" i="0" u="none" strike="noStrike" cap="none" normalizeH="0" baseline="0" dirty="0">
              <a:ln>
                <a:noFill/>
              </a:ln>
              <a:solidFill>
                <a:schemeClr val="bg1"/>
              </a:solidFill>
              <a:effectLst/>
            </a:endParaRPr>
          </a:p>
        </p:txBody>
      </p:sp>
      <p:sp>
        <p:nvSpPr>
          <p:cNvPr id="8" name="Rectangle 52">
            <a:extLst>
              <a:ext uri="{FF2B5EF4-FFF2-40B4-BE49-F238E27FC236}">
                <a16:creationId xmlns:a16="http://schemas.microsoft.com/office/drawing/2014/main" id="{192C91C3-A33B-94C4-E0A7-680AF8BF03B1}"/>
              </a:ext>
            </a:extLst>
          </p:cNvPr>
          <p:cNvSpPr>
            <a:spLocks noChangeArrowheads="1"/>
          </p:cNvSpPr>
          <p:nvPr/>
        </p:nvSpPr>
        <p:spPr bwMode="auto">
          <a:xfrm>
            <a:off x="1824153" y="1277823"/>
            <a:ext cx="1557790" cy="501650"/>
          </a:xfrm>
          <a:prstGeom prst="rect">
            <a:avLst/>
          </a:prstGeom>
          <a:solidFill>
            <a:srgbClr val="FFFFFF"/>
          </a:solidFill>
          <a:ln w="12700">
            <a:solidFill>
              <a:srgbClr val="70AD47"/>
            </a:solidFill>
            <a:miter lim="800000"/>
            <a:headEnd/>
            <a:tailEnd/>
          </a:ln>
        </p:spPr>
        <p:txBody>
          <a:bodyPr vert="horz" wrap="square" lIns="91440" tIns="45720" rIns="91440" bIns="45720" numCol="1" anchor="ctr"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600" b="1" i="0" u="none" strike="noStrike" cap="none" normalizeH="0" baseline="0" dirty="0">
                <a:ln>
                  <a:noFill/>
                </a:ln>
                <a:solidFill>
                  <a:schemeClr val="bg1"/>
                </a:solidFill>
                <a:effectLst/>
                <a:latin typeface="Calibri" panose="020F0502020204030204" pitchFamily="34" charset="0"/>
                <a:ea typeface="Calibri" panose="020F0502020204030204" pitchFamily="34" charset="0"/>
                <a:cs typeface="Mangal" panose="02040503050203030202" pitchFamily="18" charset="0"/>
              </a:rPr>
              <a:t>ADMISSION</a:t>
            </a:r>
            <a:endParaRPr kumimoji="0" lang="en-US" altLang="en-US" sz="3600" b="0" i="0" u="none" strike="noStrike" cap="none" normalizeH="0" baseline="0" dirty="0">
              <a:ln>
                <a:noFill/>
              </a:ln>
              <a:solidFill>
                <a:schemeClr val="bg1"/>
              </a:solidFill>
              <a:effectLst/>
              <a:latin typeface="Arial" panose="020B0604020202020204" pitchFamily="34" charset="0"/>
            </a:endParaRPr>
          </a:p>
        </p:txBody>
      </p:sp>
      <p:sp>
        <p:nvSpPr>
          <p:cNvPr id="9" name="Rectangle 51">
            <a:extLst>
              <a:ext uri="{FF2B5EF4-FFF2-40B4-BE49-F238E27FC236}">
                <a16:creationId xmlns:a16="http://schemas.microsoft.com/office/drawing/2014/main" id="{480EC1EC-4880-4844-69D9-060487EEB47F}"/>
              </a:ext>
            </a:extLst>
          </p:cNvPr>
          <p:cNvSpPr>
            <a:spLocks noChangeArrowheads="1"/>
          </p:cNvSpPr>
          <p:nvPr/>
        </p:nvSpPr>
        <p:spPr bwMode="auto">
          <a:xfrm>
            <a:off x="10253669" y="4037179"/>
            <a:ext cx="1390644" cy="361951"/>
          </a:xfrm>
          <a:prstGeom prst="rect">
            <a:avLst/>
          </a:prstGeom>
          <a:solidFill>
            <a:srgbClr val="FFFFFF"/>
          </a:solidFill>
          <a:ln w="12700">
            <a:solidFill>
              <a:srgbClr val="70AD47"/>
            </a:solidFill>
            <a:miter lim="800000"/>
            <a:headEnd/>
            <a:tailEnd/>
          </a:ln>
        </p:spPr>
        <p:txBody>
          <a:bodyPr vert="horz" wrap="square" lIns="91440" tIns="45720" rIns="91440" bIns="45720" numCol="1" anchor="ctr"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600" b="1" i="0" u="none" strike="noStrike" cap="none" normalizeH="0" baseline="0" dirty="0">
                <a:ln>
                  <a:noFill/>
                </a:ln>
                <a:solidFill>
                  <a:schemeClr val="bg1"/>
                </a:solidFill>
                <a:effectLst/>
                <a:latin typeface="Calibri" panose="020F0502020204030204" pitchFamily="34" charset="0"/>
                <a:ea typeface="Calibri" panose="020F0502020204030204" pitchFamily="34" charset="0"/>
                <a:cs typeface="Mangal" panose="02040503050203030202" pitchFamily="18" charset="0"/>
              </a:rPr>
              <a:t>DEPARTMENT</a:t>
            </a:r>
            <a:endParaRPr kumimoji="0" lang="en-US" altLang="en-US" sz="3600" b="0" i="0" u="none" strike="noStrike" cap="none" normalizeH="0" baseline="0" dirty="0">
              <a:ln>
                <a:noFill/>
              </a:ln>
              <a:solidFill>
                <a:schemeClr val="bg1"/>
              </a:solidFill>
              <a:effectLst/>
              <a:latin typeface="Arial" panose="020B0604020202020204" pitchFamily="34" charset="0"/>
            </a:endParaRPr>
          </a:p>
        </p:txBody>
      </p:sp>
      <p:sp>
        <p:nvSpPr>
          <p:cNvPr id="10" name="Rectangle 50">
            <a:extLst>
              <a:ext uri="{FF2B5EF4-FFF2-40B4-BE49-F238E27FC236}">
                <a16:creationId xmlns:a16="http://schemas.microsoft.com/office/drawing/2014/main" id="{FE15916F-B886-150F-7835-EA18D3CDB2BC}"/>
              </a:ext>
            </a:extLst>
          </p:cNvPr>
          <p:cNvSpPr>
            <a:spLocks noChangeArrowheads="1"/>
          </p:cNvSpPr>
          <p:nvPr/>
        </p:nvSpPr>
        <p:spPr bwMode="auto">
          <a:xfrm>
            <a:off x="10480673" y="1517427"/>
            <a:ext cx="1390643" cy="382474"/>
          </a:xfrm>
          <a:prstGeom prst="rect">
            <a:avLst/>
          </a:prstGeom>
          <a:solidFill>
            <a:srgbClr val="FFFFFF"/>
          </a:solidFill>
          <a:ln w="12700">
            <a:solidFill>
              <a:srgbClr val="70AD47"/>
            </a:solidFill>
            <a:miter lim="800000"/>
            <a:headEnd/>
            <a:tailEnd/>
          </a:ln>
        </p:spPr>
        <p:txBody>
          <a:bodyPr vert="horz" wrap="square" lIns="91440" tIns="45720" rIns="91440" bIns="45720" numCol="1" anchor="ctr"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600" b="1" i="0" u="none" strike="noStrike" cap="none" normalizeH="0" baseline="0" dirty="0">
                <a:ln>
                  <a:noFill/>
                </a:ln>
                <a:solidFill>
                  <a:schemeClr val="bg1"/>
                </a:solidFill>
                <a:effectLst/>
                <a:latin typeface="Calibri" panose="020F0502020204030204" pitchFamily="34" charset="0"/>
                <a:ea typeface="Calibri" panose="020F0502020204030204" pitchFamily="34" charset="0"/>
                <a:cs typeface="Mangal" panose="02040503050203030202" pitchFamily="18" charset="0"/>
              </a:rPr>
              <a:t>PROFESSOR</a:t>
            </a:r>
            <a:endParaRPr kumimoji="0" lang="en-US" altLang="en-US" sz="3600" b="0" i="0" u="none" strike="noStrike" cap="none" normalizeH="0" baseline="0" dirty="0">
              <a:ln>
                <a:noFill/>
              </a:ln>
              <a:solidFill>
                <a:schemeClr val="bg1"/>
              </a:solidFill>
              <a:effectLst/>
              <a:latin typeface="Arial" panose="020B0604020202020204" pitchFamily="34" charset="0"/>
            </a:endParaRPr>
          </a:p>
        </p:txBody>
      </p:sp>
      <p:sp>
        <p:nvSpPr>
          <p:cNvPr id="11" name="Rectangle 49">
            <a:extLst>
              <a:ext uri="{FF2B5EF4-FFF2-40B4-BE49-F238E27FC236}">
                <a16:creationId xmlns:a16="http://schemas.microsoft.com/office/drawing/2014/main" id="{2364EC10-0144-B08F-34FC-27C11BB049C0}"/>
              </a:ext>
            </a:extLst>
          </p:cNvPr>
          <p:cNvSpPr>
            <a:spLocks noChangeArrowheads="1"/>
          </p:cNvSpPr>
          <p:nvPr/>
        </p:nvSpPr>
        <p:spPr bwMode="auto">
          <a:xfrm>
            <a:off x="4351452" y="1457097"/>
            <a:ext cx="1160462" cy="466725"/>
          </a:xfrm>
          <a:prstGeom prst="rect">
            <a:avLst/>
          </a:prstGeom>
          <a:solidFill>
            <a:srgbClr val="FFFFFF"/>
          </a:solidFill>
          <a:ln w="12700">
            <a:solidFill>
              <a:srgbClr val="70AD47"/>
            </a:solidFill>
            <a:miter lim="800000"/>
            <a:headEnd/>
            <a:tailEnd/>
          </a:ln>
        </p:spPr>
        <p:txBody>
          <a:bodyPr vert="horz" wrap="square" lIns="91440" tIns="45720" rIns="91440" bIns="45720" numCol="1" anchor="ctr"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b="1" i="0" u="none" strike="noStrike" cap="none" normalizeH="0" baseline="0" dirty="0">
                <a:ln>
                  <a:noFill/>
                </a:ln>
                <a:solidFill>
                  <a:schemeClr val="bg1"/>
                </a:solidFill>
                <a:effectLst/>
                <a:latin typeface="Calibri" panose="020F0502020204030204" pitchFamily="34" charset="0"/>
                <a:ea typeface="Calibri" panose="020F0502020204030204" pitchFamily="34" charset="0"/>
                <a:cs typeface="Mangal" panose="02040503050203030202" pitchFamily="18" charset="0"/>
              </a:rPr>
              <a:t>RECEIPT</a:t>
            </a:r>
            <a:endParaRPr kumimoji="0" lang="en-US" altLang="en-US" sz="4000" b="0" i="0" u="none" strike="noStrike" cap="none" normalizeH="0" baseline="0" dirty="0">
              <a:ln>
                <a:noFill/>
              </a:ln>
              <a:solidFill>
                <a:schemeClr val="bg1"/>
              </a:solidFill>
              <a:effectLst/>
              <a:latin typeface="Arial" panose="020B0604020202020204" pitchFamily="34" charset="0"/>
            </a:endParaRPr>
          </a:p>
        </p:txBody>
      </p:sp>
      <p:sp>
        <p:nvSpPr>
          <p:cNvPr id="12" name="Rectangle 48">
            <a:extLst>
              <a:ext uri="{FF2B5EF4-FFF2-40B4-BE49-F238E27FC236}">
                <a16:creationId xmlns:a16="http://schemas.microsoft.com/office/drawing/2014/main" id="{7F9EF2AC-CFA0-2ECC-1B3B-37097344EF1D}"/>
              </a:ext>
            </a:extLst>
          </p:cNvPr>
          <p:cNvSpPr>
            <a:spLocks noChangeArrowheads="1"/>
          </p:cNvSpPr>
          <p:nvPr/>
        </p:nvSpPr>
        <p:spPr bwMode="auto">
          <a:xfrm>
            <a:off x="7054850" y="3969369"/>
            <a:ext cx="1231900" cy="476250"/>
          </a:xfrm>
          <a:prstGeom prst="rect">
            <a:avLst/>
          </a:prstGeom>
          <a:solidFill>
            <a:srgbClr val="FFFFFF"/>
          </a:solidFill>
          <a:ln w="12700">
            <a:solidFill>
              <a:srgbClr val="70AD47"/>
            </a:solidFill>
            <a:miter lim="800000"/>
            <a:headEnd/>
            <a:tailEnd/>
          </a:ln>
        </p:spPr>
        <p:txBody>
          <a:bodyPr vert="horz" wrap="square" lIns="91440" tIns="45720" rIns="91440" bIns="45720" numCol="1" anchor="ctr"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600" b="1" i="0" u="none" strike="noStrike" cap="none" normalizeH="0" baseline="0" dirty="0">
                <a:ln>
                  <a:noFill/>
                </a:ln>
                <a:solidFill>
                  <a:schemeClr val="bg1"/>
                </a:solidFill>
                <a:effectLst/>
                <a:latin typeface="Calibri" panose="020F0502020204030204" pitchFamily="34" charset="0"/>
                <a:ea typeface="Calibri" panose="020F0502020204030204" pitchFamily="34" charset="0"/>
                <a:cs typeface="Mangal" panose="02040503050203030202" pitchFamily="18" charset="0"/>
              </a:rPr>
              <a:t>BUILDING</a:t>
            </a:r>
            <a:endParaRPr kumimoji="0" lang="en-US" altLang="en-US" sz="3600" b="0" i="0" u="none" strike="noStrike" cap="none" normalizeH="0" baseline="0" dirty="0">
              <a:ln>
                <a:noFill/>
              </a:ln>
              <a:solidFill>
                <a:schemeClr val="bg1"/>
              </a:solidFill>
              <a:effectLst/>
              <a:latin typeface="Arial" panose="020B0604020202020204" pitchFamily="34" charset="0"/>
            </a:endParaRPr>
          </a:p>
        </p:txBody>
      </p:sp>
      <p:sp>
        <p:nvSpPr>
          <p:cNvPr id="13" name="Rectangle 47">
            <a:extLst>
              <a:ext uri="{FF2B5EF4-FFF2-40B4-BE49-F238E27FC236}">
                <a16:creationId xmlns:a16="http://schemas.microsoft.com/office/drawing/2014/main" id="{97D2D859-5E27-31FF-F11A-8FF69E2DBBFD}"/>
              </a:ext>
            </a:extLst>
          </p:cNvPr>
          <p:cNvSpPr>
            <a:spLocks noChangeArrowheads="1"/>
          </p:cNvSpPr>
          <p:nvPr/>
        </p:nvSpPr>
        <p:spPr bwMode="auto">
          <a:xfrm>
            <a:off x="345737" y="4951758"/>
            <a:ext cx="1231900" cy="317044"/>
          </a:xfrm>
          <a:prstGeom prst="rect">
            <a:avLst/>
          </a:prstGeom>
          <a:solidFill>
            <a:srgbClr val="FFFFFF"/>
          </a:solidFill>
          <a:ln w="12700">
            <a:solidFill>
              <a:srgbClr val="70AD47"/>
            </a:solidFill>
            <a:miter lim="800000"/>
            <a:headEnd/>
            <a:tailEnd/>
          </a:ln>
        </p:spPr>
        <p:txBody>
          <a:bodyPr vert="horz" wrap="square" lIns="91440" tIns="45720" rIns="91440" bIns="45720" numCol="1" anchor="ctr"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600" b="1" i="0" u="none" strike="noStrike" cap="none" normalizeH="0" baseline="0" dirty="0">
                <a:ln>
                  <a:noFill/>
                </a:ln>
                <a:solidFill>
                  <a:schemeClr val="bg1"/>
                </a:solidFill>
                <a:effectLst/>
                <a:latin typeface="Calibri" panose="020F0502020204030204" pitchFamily="34" charset="0"/>
                <a:ea typeface="Calibri" panose="020F0502020204030204" pitchFamily="34" charset="0"/>
                <a:cs typeface="Mangal" panose="02040503050203030202" pitchFamily="18" charset="0"/>
              </a:rPr>
              <a:t>STUDENT</a:t>
            </a:r>
            <a:endParaRPr kumimoji="0" lang="en-US" altLang="en-US" sz="3600" b="0" i="0" u="none" strike="noStrike" cap="none" normalizeH="0" baseline="0" dirty="0">
              <a:ln>
                <a:noFill/>
              </a:ln>
              <a:solidFill>
                <a:schemeClr val="bg1"/>
              </a:solidFill>
              <a:effectLst/>
              <a:latin typeface="Arial" panose="020B0604020202020204" pitchFamily="34" charset="0"/>
            </a:endParaRPr>
          </a:p>
        </p:txBody>
      </p:sp>
      <p:sp>
        <p:nvSpPr>
          <p:cNvPr id="14" name="Rectangle 4">
            <a:extLst>
              <a:ext uri="{FF2B5EF4-FFF2-40B4-BE49-F238E27FC236}">
                <a16:creationId xmlns:a16="http://schemas.microsoft.com/office/drawing/2014/main" id="{B8EFE394-1DB3-2B1D-6248-2FCD658E835F}"/>
              </a:ext>
            </a:extLst>
          </p:cNvPr>
          <p:cNvSpPr>
            <a:spLocks noChangeArrowheads="1"/>
          </p:cNvSpPr>
          <p:nvPr/>
        </p:nvSpPr>
        <p:spPr bwMode="auto">
          <a:xfrm>
            <a:off x="2256973" y="6415253"/>
            <a:ext cx="1031875" cy="314324"/>
          </a:xfrm>
          <a:prstGeom prst="rect">
            <a:avLst/>
          </a:prstGeom>
          <a:solidFill>
            <a:srgbClr val="FFFFFF"/>
          </a:solidFill>
          <a:ln w="12700">
            <a:solidFill>
              <a:srgbClr val="70AD47"/>
            </a:solidFill>
            <a:miter lim="800000"/>
            <a:headEnd/>
            <a:tailEnd/>
          </a:ln>
        </p:spPr>
        <p:txBody>
          <a:bodyPr vert="horz" wrap="square" lIns="91440" tIns="45720" rIns="91440" bIns="45720" numCol="1" anchor="ctr"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600" b="1" i="0" u="none" strike="noStrike" cap="none" normalizeH="0" baseline="0" dirty="0">
                <a:ln>
                  <a:noFill/>
                </a:ln>
                <a:solidFill>
                  <a:schemeClr val="bg1"/>
                </a:solidFill>
                <a:effectLst/>
                <a:latin typeface="Calibri" panose="020F0502020204030204" pitchFamily="34" charset="0"/>
                <a:ea typeface="Calibri" panose="020F0502020204030204" pitchFamily="34" charset="0"/>
                <a:cs typeface="Mangal" panose="02040503050203030202" pitchFamily="18" charset="0"/>
              </a:rPr>
              <a:t>RESULT</a:t>
            </a:r>
            <a:endParaRPr kumimoji="0" lang="en-US" altLang="en-US" sz="3600" b="0" i="0" u="none" strike="noStrike" cap="none" normalizeH="0" baseline="0" dirty="0">
              <a:ln>
                <a:noFill/>
              </a:ln>
              <a:solidFill>
                <a:schemeClr val="bg1"/>
              </a:solidFill>
              <a:effectLst/>
              <a:latin typeface="Arial" panose="020B0604020202020204" pitchFamily="34" charset="0"/>
            </a:endParaRPr>
          </a:p>
        </p:txBody>
      </p:sp>
      <p:sp>
        <p:nvSpPr>
          <p:cNvPr id="15" name="Rectangle 45">
            <a:extLst>
              <a:ext uri="{FF2B5EF4-FFF2-40B4-BE49-F238E27FC236}">
                <a16:creationId xmlns:a16="http://schemas.microsoft.com/office/drawing/2014/main" id="{DE4870EE-AEEE-8D2D-799F-E40B3AF2638D}"/>
              </a:ext>
            </a:extLst>
          </p:cNvPr>
          <p:cNvSpPr>
            <a:spLocks noChangeArrowheads="1"/>
          </p:cNvSpPr>
          <p:nvPr/>
        </p:nvSpPr>
        <p:spPr bwMode="auto">
          <a:xfrm>
            <a:off x="2123568" y="5588625"/>
            <a:ext cx="943086" cy="314323"/>
          </a:xfrm>
          <a:prstGeom prst="rect">
            <a:avLst/>
          </a:prstGeom>
          <a:solidFill>
            <a:srgbClr val="FFFFFF"/>
          </a:solidFill>
          <a:ln w="12700">
            <a:solidFill>
              <a:srgbClr val="70AD47"/>
            </a:solidFill>
            <a:miter lim="800000"/>
            <a:headEnd/>
            <a:tailEnd/>
          </a:ln>
        </p:spPr>
        <p:txBody>
          <a:bodyPr vert="horz" wrap="square" lIns="91440" tIns="45720" rIns="91440" bIns="45720" numCol="1" anchor="ctr"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600" b="1" i="0" u="none" strike="noStrike" cap="none" normalizeH="0" baseline="0" dirty="0">
                <a:ln>
                  <a:noFill/>
                </a:ln>
                <a:solidFill>
                  <a:schemeClr val="bg1"/>
                </a:solidFill>
                <a:effectLst/>
                <a:latin typeface="Calibri" panose="020F0502020204030204" pitchFamily="34" charset="0"/>
                <a:ea typeface="Calibri" panose="020F0502020204030204" pitchFamily="34" charset="0"/>
                <a:cs typeface="Mangal" panose="02040503050203030202" pitchFamily="18" charset="0"/>
              </a:rPr>
              <a:t>EXAM</a:t>
            </a:r>
            <a:endParaRPr kumimoji="0" lang="en-US" altLang="en-US" sz="3600" b="0" i="0" u="none" strike="noStrike" cap="none" normalizeH="0" baseline="0" dirty="0">
              <a:ln>
                <a:noFill/>
              </a:ln>
              <a:solidFill>
                <a:schemeClr val="bg1"/>
              </a:solidFill>
              <a:effectLst/>
              <a:latin typeface="Arial" panose="020B0604020202020204" pitchFamily="34" charset="0"/>
            </a:endParaRPr>
          </a:p>
        </p:txBody>
      </p:sp>
      <p:sp>
        <p:nvSpPr>
          <p:cNvPr id="16" name="Rectangle 44">
            <a:extLst>
              <a:ext uri="{FF2B5EF4-FFF2-40B4-BE49-F238E27FC236}">
                <a16:creationId xmlns:a16="http://schemas.microsoft.com/office/drawing/2014/main" id="{F1B82CF4-55F8-E885-C2EC-33A3CE5DB09E}"/>
              </a:ext>
            </a:extLst>
          </p:cNvPr>
          <p:cNvSpPr>
            <a:spLocks noChangeArrowheads="1"/>
          </p:cNvSpPr>
          <p:nvPr/>
        </p:nvSpPr>
        <p:spPr bwMode="auto">
          <a:xfrm>
            <a:off x="3744348" y="6387357"/>
            <a:ext cx="1641928" cy="342220"/>
          </a:xfrm>
          <a:prstGeom prst="rect">
            <a:avLst/>
          </a:prstGeom>
          <a:solidFill>
            <a:srgbClr val="FFFFFF"/>
          </a:solidFill>
          <a:ln w="12700">
            <a:solidFill>
              <a:srgbClr val="70AD47"/>
            </a:solidFill>
            <a:miter lim="800000"/>
            <a:headEnd/>
            <a:tailEnd/>
          </a:ln>
        </p:spPr>
        <p:txBody>
          <a:bodyPr vert="horz" wrap="square" lIns="91440" tIns="45720" rIns="91440" bIns="45720" numCol="1" anchor="ctr"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600" b="1"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Mangal" panose="02040503050203030202" pitchFamily="18" charset="0"/>
              </a:rPr>
              <a:t>EXAM </a:t>
            </a:r>
            <a:r>
              <a:rPr kumimoji="0" lang="en-US" altLang="en-US" sz="1600" b="1" i="0" u="none" strike="noStrike" cap="none" normalizeH="0" baseline="0" dirty="0">
                <a:ln>
                  <a:noFill/>
                </a:ln>
                <a:solidFill>
                  <a:schemeClr val="bg1"/>
                </a:solidFill>
                <a:effectLst/>
                <a:latin typeface="Calibri" panose="020F0502020204030204" pitchFamily="34" charset="0"/>
                <a:ea typeface="Calibri" panose="020F0502020204030204" pitchFamily="34" charset="0"/>
                <a:cs typeface="Mangal" panose="02040503050203030202" pitchFamily="18" charset="0"/>
              </a:rPr>
              <a:t>SCHEDULE</a:t>
            </a:r>
            <a:endParaRPr kumimoji="0" lang="en-US" altLang="en-US" sz="3600" b="0" i="0" u="none" strike="noStrike" cap="none" normalizeH="0" baseline="0" dirty="0">
              <a:ln>
                <a:noFill/>
              </a:ln>
              <a:solidFill>
                <a:schemeClr val="bg1"/>
              </a:solidFill>
              <a:effectLst/>
              <a:latin typeface="Arial" panose="020B0604020202020204" pitchFamily="34" charset="0"/>
            </a:endParaRPr>
          </a:p>
        </p:txBody>
      </p:sp>
      <p:sp>
        <p:nvSpPr>
          <p:cNvPr id="17" name="Diamond 5">
            <a:extLst>
              <a:ext uri="{FF2B5EF4-FFF2-40B4-BE49-F238E27FC236}">
                <a16:creationId xmlns:a16="http://schemas.microsoft.com/office/drawing/2014/main" id="{65B0D342-EE31-986A-61E9-B3046E304A67}"/>
              </a:ext>
            </a:extLst>
          </p:cNvPr>
          <p:cNvSpPr>
            <a:spLocks noChangeArrowheads="1"/>
          </p:cNvSpPr>
          <p:nvPr/>
        </p:nvSpPr>
        <p:spPr bwMode="auto">
          <a:xfrm>
            <a:off x="4315733" y="314238"/>
            <a:ext cx="1231900" cy="873918"/>
          </a:xfrm>
          <a:prstGeom prst="diamond">
            <a:avLst/>
          </a:prstGeom>
          <a:solidFill>
            <a:srgbClr val="FFFFFF"/>
          </a:solidFill>
          <a:ln w="12700">
            <a:solidFill>
              <a:srgbClr val="70AD47"/>
            </a:solidFill>
            <a:miter lim="800000"/>
            <a:headEnd/>
            <a:tailEnd/>
          </a:ln>
        </p:spPr>
        <p:txBody>
          <a:bodyPr vert="horz" wrap="square" lIns="91440" tIns="45720" rIns="91440" bIns="45720" numCol="1" anchor="ctr"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b="1" i="0" u="none" strike="noStrike" cap="none" normalizeH="0" baseline="0" dirty="0">
                <a:ln>
                  <a:noFill/>
                </a:ln>
                <a:solidFill>
                  <a:schemeClr val="bg1"/>
                </a:solidFill>
                <a:effectLst/>
                <a:latin typeface="Calibri" panose="020F0502020204030204" pitchFamily="34" charset="0"/>
                <a:ea typeface="Calibri" panose="020F0502020204030204" pitchFamily="34" charset="0"/>
                <a:cs typeface="Mangal" panose="02040503050203030202" pitchFamily="18" charset="0"/>
              </a:rPr>
              <a:t>PAY</a:t>
            </a:r>
            <a:endParaRPr kumimoji="0" lang="en-US" altLang="en-US" sz="1800" b="0" i="0" u="none" strike="noStrike" cap="none" normalizeH="0" baseline="0" dirty="0">
              <a:ln>
                <a:noFill/>
              </a:ln>
              <a:solidFill>
                <a:schemeClr val="bg1"/>
              </a:solidFill>
              <a:effectLst/>
              <a:latin typeface="Arial" panose="020B0604020202020204" pitchFamily="34" charset="0"/>
            </a:endParaRPr>
          </a:p>
        </p:txBody>
      </p:sp>
      <p:sp>
        <p:nvSpPr>
          <p:cNvPr id="18" name="AutoShape 42">
            <a:extLst>
              <a:ext uri="{FF2B5EF4-FFF2-40B4-BE49-F238E27FC236}">
                <a16:creationId xmlns:a16="http://schemas.microsoft.com/office/drawing/2014/main" id="{9A6CB7E0-6A5D-1948-2525-CC067E37DE89}"/>
              </a:ext>
            </a:extLst>
          </p:cNvPr>
          <p:cNvSpPr>
            <a:spLocks noChangeArrowheads="1"/>
          </p:cNvSpPr>
          <p:nvPr/>
        </p:nvSpPr>
        <p:spPr bwMode="auto">
          <a:xfrm>
            <a:off x="110221" y="5516563"/>
            <a:ext cx="1733777" cy="457200"/>
          </a:xfrm>
          <a:prstGeom prst="diamond">
            <a:avLst/>
          </a:prstGeom>
          <a:solidFill>
            <a:srgbClr val="FFFFFF"/>
          </a:solidFill>
          <a:ln w="12700">
            <a:solidFill>
              <a:srgbClr val="70AD47"/>
            </a:solidFill>
            <a:miter lim="800000"/>
            <a:headEnd/>
            <a:tailEnd/>
          </a:ln>
        </p:spPr>
        <p:txBody>
          <a:bodyPr vert="horz" wrap="square" lIns="91440" tIns="45720" rIns="91440" bIns="45720" numCol="1" anchor="ctr"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600" b="1" i="0" u="none" strike="noStrike" cap="none" normalizeH="0" baseline="0" dirty="0">
                <a:ln>
                  <a:noFill/>
                </a:ln>
                <a:solidFill>
                  <a:schemeClr val="bg1"/>
                </a:solidFill>
                <a:effectLst/>
                <a:latin typeface="Calibri" panose="020F0502020204030204" pitchFamily="34" charset="0"/>
                <a:ea typeface="Calibri" panose="020F0502020204030204" pitchFamily="34" charset="0"/>
                <a:cs typeface="Mangal" panose="02040503050203030202" pitchFamily="18" charset="0"/>
              </a:rPr>
              <a:t>APPEAR</a:t>
            </a:r>
            <a:endParaRPr kumimoji="0" lang="en-US" altLang="en-US" sz="3600" b="0" i="0" u="none" strike="noStrike" cap="none" normalizeH="0" baseline="0" dirty="0">
              <a:ln>
                <a:noFill/>
              </a:ln>
              <a:solidFill>
                <a:schemeClr val="bg1"/>
              </a:solidFill>
              <a:effectLst/>
              <a:latin typeface="Arial" panose="020B0604020202020204" pitchFamily="34" charset="0"/>
            </a:endParaRPr>
          </a:p>
        </p:txBody>
      </p:sp>
      <p:sp>
        <p:nvSpPr>
          <p:cNvPr id="19" name="AutoShape 41">
            <a:extLst>
              <a:ext uri="{FF2B5EF4-FFF2-40B4-BE49-F238E27FC236}">
                <a16:creationId xmlns:a16="http://schemas.microsoft.com/office/drawing/2014/main" id="{E0F66D2F-0083-9B4E-D712-0DCDA8179584}"/>
              </a:ext>
            </a:extLst>
          </p:cNvPr>
          <p:cNvSpPr>
            <a:spLocks noChangeArrowheads="1"/>
          </p:cNvSpPr>
          <p:nvPr/>
        </p:nvSpPr>
        <p:spPr bwMode="auto">
          <a:xfrm>
            <a:off x="5288644" y="5857420"/>
            <a:ext cx="1971674" cy="501650"/>
          </a:xfrm>
          <a:prstGeom prst="diamond">
            <a:avLst/>
          </a:prstGeom>
          <a:solidFill>
            <a:srgbClr val="FFFFFF"/>
          </a:solidFill>
          <a:ln w="12700">
            <a:solidFill>
              <a:srgbClr val="70AD47"/>
            </a:solidFill>
            <a:miter lim="800000"/>
            <a:headEnd/>
            <a:tailEnd/>
          </a:ln>
        </p:spPr>
        <p:txBody>
          <a:bodyPr vert="horz" wrap="square" lIns="91440" tIns="45720" rIns="91440" bIns="45720" numCol="1" anchor="ctr"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600" b="1" i="0" u="none" strike="noStrike" cap="none" normalizeH="0" baseline="0" dirty="0">
                <a:ln>
                  <a:noFill/>
                </a:ln>
                <a:solidFill>
                  <a:schemeClr val="bg1"/>
                </a:solidFill>
                <a:effectLst/>
                <a:latin typeface="Calibri" panose="020F0502020204030204" pitchFamily="34" charset="0"/>
                <a:ea typeface="Calibri" panose="020F0502020204030204" pitchFamily="34" charset="0"/>
                <a:cs typeface="Mangal" panose="02040503050203030202" pitchFamily="18" charset="0"/>
              </a:rPr>
              <a:t>ATTEND</a:t>
            </a:r>
            <a:endParaRPr kumimoji="0" lang="en-US" altLang="en-US" sz="3600" b="0" i="0" u="none" strike="noStrike" cap="none" normalizeH="0" baseline="0" dirty="0">
              <a:ln>
                <a:noFill/>
              </a:ln>
              <a:solidFill>
                <a:schemeClr val="bg1"/>
              </a:solidFill>
              <a:effectLst/>
              <a:latin typeface="Arial" panose="020B0604020202020204" pitchFamily="34" charset="0"/>
            </a:endParaRPr>
          </a:p>
        </p:txBody>
      </p:sp>
      <p:sp>
        <p:nvSpPr>
          <p:cNvPr id="20" name="AutoShape 40">
            <a:extLst>
              <a:ext uri="{FF2B5EF4-FFF2-40B4-BE49-F238E27FC236}">
                <a16:creationId xmlns:a16="http://schemas.microsoft.com/office/drawing/2014/main" id="{D1102FE3-942F-99BB-F757-B017232AE662}"/>
              </a:ext>
            </a:extLst>
          </p:cNvPr>
          <p:cNvSpPr>
            <a:spLocks noChangeArrowheads="1"/>
          </p:cNvSpPr>
          <p:nvPr/>
        </p:nvSpPr>
        <p:spPr bwMode="auto">
          <a:xfrm>
            <a:off x="1782084" y="2189956"/>
            <a:ext cx="1641928" cy="659607"/>
          </a:xfrm>
          <a:prstGeom prst="diamond">
            <a:avLst/>
          </a:prstGeom>
          <a:solidFill>
            <a:srgbClr val="FFFFFF"/>
          </a:solidFill>
          <a:ln w="12700">
            <a:solidFill>
              <a:srgbClr val="70AD47"/>
            </a:solidFill>
            <a:miter lim="800000"/>
            <a:headEnd/>
            <a:tailEnd/>
          </a:ln>
        </p:spPr>
        <p:txBody>
          <a:bodyPr vert="horz" wrap="square" lIns="91440" tIns="45720" rIns="91440" bIns="45720" numCol="1" anchor="ctr"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pPr>
            <a:r>
              <a:rPr lang="en-US" altLang="en-US" sz="1200" b="1" dirty="0">
                <a:solidFill>
                  <a:schemeClr val="bg1"/>
                </a:solidFill>
                <a:latin typeface="Calibri" panose="020F0502020204030204" pitchFamily="34" charset="0"/>
                <a:ea typeface="Calibri" panose="020F0502020204030204" pitchFamily="34" charset="0"/>
                <a:cs typeface="Mangal" panose="02040503050203030202" pitchFamily="18" charset="0"/>
              </a:rPr>
              <a:t>REQUEST</a:t>
            </a:r>
            <a:endParaRPr kumimoji="0" lang="en-US" altLang="en-US" sz="2800" b="0" i="0" u="none" strike="noStrike" cap="none" normalizeH="0" baseline="0" dirty="0">
              <a:ln>
                <a:noFill/>
              </a:ln>
              <a:solidFill>
                <a:schemeClr val="bg1"/>
              </a:solidFill>
              <a:effectLst/>
              <a:latin typeface="Arial" panose="020B0604020202020204" pitchFamily="34" charset="0"/>
            </a:endParaRPr>
          </a:p>
        </p:txBody>
      </p:sp>
      <p:sp>
        <p:nvSpPr>
          <p:cNvPr id="21" name="AutoShape 39">
            <a:extLst>
              <a:ext uri="{FF2B5EF4-FFF2-40B4-BE49-F238E27FC236}">
                <a16:creationId xmlns:a16="http://schemas.microsoft.com/office/drawing/2014/main" id="{11B144D7-8BC3-1257-2360-BC6808F3D8C1}"/>
              </a:ext>
            </a:extLst>
          </p:cNvPr>
          <p:cNvSpPr>
            <a:spLocks noChangeArrowheads="1"/>
          </p:cNvSpPr>
          <p:nvPr/>
        </p:nvSpPr>
        <p:spPr bwMode="auto">
          <a:xfrm>
            <a:off x="8701540" y="3963986"/>
            <a:ext cx="1342117" cy="476250"/>
          </a:xfrm>
          <a:prstGeom prst="diamond">
            <a:avLst/>
          </a:prstGeom>
          <a:solidFill>
            <a:srgbClr val="FFFFFF"/>
          </a:solidFill>
          <a:ln w="12700">
            <a:solidFill>
              <a:srgbClr val="70AD47"/>
            </a:solidFill>
            <a:miter lim="800000"/>
            <a:headEnd/>
            <a:tailEnd/>
          </a:ln>
        </p:spPr>
        <p:txBody>
          <a:bodyPr vert="horz" wrap="square" lIns="91440" tIns="45720" rIns="91440" bIns="45720" numCol="1" anchor="ctr"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600" b="1" i="0" u="none" strike="noStrike" cap="none" normalizeH="0" baseline="0" dirty="0">
                <a:ln>
                  <a:noFill/>
                </a:ln>
                <a:solidFill>
                  <a:schemeClr val="bg1"/>
                </a:solidFill>
                <a:effectLst/>
                <a:latin typeface="Calibri" panose="020F0502020204030204" pitchFamily="34" charset="0"/>
                <a:ea typeface="Calibri" panose="020F0502020204030204" pitchFamily="34" charset="0"/>
                <a:cs typeface="Mangal" panose="02040503050203030202" pitchFamily="18" charset="0"/>
              </a:rPr>
              <a:t>HAS</a:t>
            </a:r>
            <a:endParaRPr kumimoji="0" lang="en-US" altLang="en-US" sz="3600" b="0" i="0" u="none" strike="noStrike" cap="none" normalizeH="0" baseline="0" dirty="0">
              <a:ln>
                <a:noFill/>
              </a:ln>
              <a:solidFill>
                <a:schemeClr val="bg1"/>
              </a:solidFill>
              <a:effectLst/>
              <a:latin typeface="Arial" panose="020B0604020202020204" pitchFamily="34" charset="0"/>
            </a:endParaRPr>
          </a:p>
        </p:txBody>
      </p:sp>
      <p:sp>
        <p:nvSpPr>
          <p:cNvPr id="22" name="AutoShape 38">
            <a:extLst>
              <a:ext uri="{FF2B5EF4-FFF2-40B4-BE49-F238E27FC236}">
                <a16:creationId xmlns:a16="http://schemas.microsoft.com/office/drawing/2014/main" id="{26CDAAF8-1E4A-DEAF-A708-AEB82F055FE6}"/>
              </a:ext>
            </a:extLst>
          </p:cNvPr>
          <p:cNvSpPr>
            <a:spLocks noChangeArrowheads="1"/>
          </p:cNvSpPr>
          <p:nvPr/>
        </p:nvSpPr>
        <p:spPr bwMode="auto">
          <a:xfrm>
            <a:off x="1607685" y="4367579"/>
            <a:ext cx="1990726" cy="612775"/>
          </a:xfrm>
          <a:prstGeom prst="diamond">
            <a:avLst/>
          </a:prstGeom>
          <a:solidFill>
            <a:srgbClr val="FFFFFF"/>
          </a:solidFill>
          <a:ln w="12700">
            <a:solidFill>
              <a:srgbClr val="70AD47"/>
            </a:solidFill>
            <a:miter lim="800000"/>
            <a:headEnd/>
            <a:tailEnd/>
          </a:ln>
        </p:spPr>
        <p:txBody>
          <a:bodyPr vert="horz" wrap="square" lIns="91440" tIns="45720" rIns="91440" bIns="45720" numCol="1" anchor="ctr"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600" b="1" i="0" u="none" strike="noStrike" cap="none" normalizeH="0" baseline="0" dirty="0">
                <a:ln>
                  <a:noFill/>
                </a:ln>
                <a:solidFill>
                  <a:schemeClr val="bg1"/>
                </a:solidFill>
                <a:effectLst/>
                <a:latin typeface="Calibri" panose="020F0502020204030204" pitchFamily="34" charset="0"/>
                <a:ea typeface="Calibri" panose="020F0502020204030204" pitchFamily="34" charset="0"/>
                <a:cs typeface="Mangal" panose="02040503050203030202" pitchFamily="18" charset="0"/>
              </a:rPr>
              <a:t>ENQUIRY</a:t>
            </a:r>
            <a:endParaRPr kumimoji="0" lang="en-US" altLang="en-US" sz="3600" b="0" i="0" u="none" strike="noStrike" cap="none" normalizeH="0" baseline="0" dirty="0">
              <a:ln>
                <a:noFill/>
              </a:ln>
              <a:solidFill>
                <a:schemeClr val="bg1"/>
              </a:solidFill>
              <a:effectLst/>
              <a:latin typeface="Arial" panose="020B0604020202020204" pitchFamily="34" charset="0"/>
            </a:endParaRPr>
          </a:p>
        </p:txBody>
      </p:sp>
      <p:cxnSp>
        <p:nvCxnSpPr>
          <p:cNvPr id="23" name="Straight Connector 22">
            <a:extLst>
              <a:ext uri="{FF2B5EF4-FFF2-40B4-BE49-F238E27FC236}">
                <a16:creationId xmlns:a16="http://schemas.microsoft.com/office/drawing/2014/main" id="{56264FF1-15C7-A229-CD8D-E158D4661C13}"/>
              </a:ext>
            </a:extLst>
          </p:cNvPr>
          <p:cNvCxnSpPr/>
          <p:nvPr/>
        </p:nvCxnSpPr>
        <p:spPr>
          <a:xfrm>
            <a:off x="5467350" y="2432050"/>
            <a:ext cx="0" cy="0"/>
          </a:xfrm>
          <a:prstGeom prst="line">
            <a:avLst/>
          </a:prstGeom>
          <a:ln/>
        </p:spPr>
        <p:style>
          <a:lnRef idx="1">
            <a:schemeClr val="accent6"/>
          </a:lnRef>
          <a:fillRef idx="0">
            <a:schemeClr val="accent6"/>
          </a:fillRef>
          <a:effectRef idx="0">
            <a:schemeClr val="accent6"/>
          </a:effectRef>
          <a:fontRef idx="minor">
            <a:schemeClr val="tx1"/>
          </a:fontRef>
        </p:style>
      </p:cxnSp>
      <p:cxnSp>
        <p:nvCxnSpPr>
          <p:cNvPr id="24" name="Straight Connector 23">
            <a:extLst>
              <a:ext uri="{FF2B5EF4-FFF2-40B4-BE49-F238E27FC236}">
                <a16:creationId xmlns:a16="http://schemas.microsoft.com/office/drawing/2014/main" id="{67A4EBAB-9AC1-28D7-245C-44068B5C05A0}"/>
              </a:ext>
            </a:extLst>
          </p:cNvPr>
          <p:cNvCxnSpPr/>
          <p:nvPr/>
        </p:nvCxnSpPr>
        <p:spPr>
          <a:xfrm>
            <a:off x="1593850" y="5689600"/>
            <a:ext cx="0" cy="0"/>
          </a:xfrm>
          <a:prstGeom prst="line">
            <a:avLst/>
          </a:prstGeom>
        </p:spPr>
        <p:style>
          <a:lnRef idx="1">
            <a:schemeClr val="accent1"/>
          </a:lnRef>
          <a:fillRef idx="0">
            <a:schemeClr val="accent1"/>
          </a:fillRef>
          <a:effectRef idx="0">
            <a:schemeClr val="accent1"/>
          </a:effectRef>
          <a:fontRef idx="minor">
            <a:schemeClr val="tx1"/>
          </a:fontRef>
        </p:style>
      </p:cxnSp>
      <p:sp>
        <p:nvSpPr>
          <p:cNvPr id="25" name="Rectangle 24">
            <a:extLst>
              <a:ext uri="{FF2B5EF4-FFF2-40B4-BE49-F238E27FC236}">
                <a16:creationId xmlns:a16="http://schemas.microsoft.com/office/drawing/2014/main" id="{E4427614-DE58-0301-3DEB-37B8D681DF60}"/>
              </a:ext>
            </a:extLst>
          </p:cNvPr>
          <p:cNvSpPr>
            <a:spLocks noChangeArrowheads="1"/>
          </p:cNvSpPr>
          <p:nvPr/>
        </p:nvSpPr>
        <p:spPr bwMode="auto">
          <a:xfrm>
            <a:off x="0" y="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IN"/>
          </a:p>
        </p:txBody>
      </p:sp>
      <p:cxnSp>
        <p:nvCxnSpPr>
          <p:cNvPr id="26" name="Straight Connector 25">
            <a:extLst>
              <a:ext uri="{FF2B5EF4-FFF2-40B4-BE49-F238E27FC236}">
                <a16:creationId xmlns:a16="http://schemas.microsoft.com/office/drawing/2014/main" id="{B1DA6243-4200-8EAE-F0D0-E8D997A3ED74}"/>
              </a:ext>
            </a:extLst>
          </p:cNvPr>
          <p:cNvCxnSpPr>
            <a:cxnSpLocks/>
            <a:stCxn id="3" idx="2"/>
            <a:endCxn id="2" idx="0"/>
          </p:cNvCxnSpPr>
          <p:nvPr/>
        </p:nvCxnSpPr>
        <p:spPr>
          <a:xfrm>
            <a:off x="9500732" y="689262"/>
            <a:ext cx="0" cy="771752"/>
          </a:xfrm>
          <a:prstGeom prst="line">
            <a:avLst/>
          </a:prstGeom>
          <a:ln w="9525"/>
        </p:spPr>
        <p:style>
          <a:lnRef idx="1">
            <a:schemeClr val="accent6"/>
          </a:lnRef>
          <a:fillRef idx="0">
            <a:schemeClr val="accent6"/>
          </a:fillRef>
          <a:effectRef idx="0">
            <a:schemeClr val="accent6"/>
          </a:effectRef>
          <a:fontRef idx="minor">
            <a:schemeClr val="tx1"/>
          </a:fontRef>
        </p:style>
      </p:cxnSp>
      <p:cxnSp>
        <p:nvCxnSpPr>
          <p:cNvPr id="27" name="Straight Connector 26">
            <a:extLst>
              <a:ext uri="{FF2B5EF4-FFF2-40B4-BE49-F238E27FC236}">
                <a16:creationId xmlns:a16="http://schemas.microsoft.com/office/drawing/2014/main" id="{4F7FACCE-9CBF-A12C-F077-2DC66EBDB80E}"/>
              </a:ext>
            </a:extLst>
          </p:cNvPr>
          <p:cNvCxnSpPr>
            <a:stCxn id="2" idx="3"/>
            <a:endCxn id="10" idx="1"/>
          </p:cNvCxnSpPr>
          <p:nvPr/>
        </p:nvCxnSpPr>
        <p:spPr>
          <a:xfrm>
            <a:off x="10043657" y="1708664"/>
            <a:ext cx="437016" cy="0"/>
          </a:xfrm>
          <a:prstGeom prst="line">
            <a:avLst/>
          </a:prstGeom>
          <a:ln w="9525"/>
        </p:spPr>
        <p:style>
          <a:lnRef idx="1">
            <a:schemeClr val="accent6"/>
          </a:lnRef>
          <a:fillRef idx="0">
            <a:schemeClr val="accent6"/>
          </a:fillRef>
          <a:effectRef idx="0">
            <a:schemeClr val="accent6"/>
          </a:effectRef>
          <a:fontRef idx="minor">
            <a:schemeClr val="tx1"/>
          </a:fontRef>
        </p:style>
      </p:cxnSp>
      <p:cxnSp>
        <p:nvCxnSpPr>
          <p:cNvPr id="28" name="Straight Connector 27">
            <a:extLst>
              <a:ext uri="{FF2B5EF4-FFF2-40B4-BE49-F238E27FC236}">
                <a16:creationId xmlns:a16="http://schemas.microsoft.com/office/drawing/2014/main" id="{EF4779DB-53B2-A473-32C2-2A6135266BA5}"/>
              </a:ext>
            </a:extLst>
          </p:cNvPr>
          <p:cNvCxnSpPr>
            <a:stCxn id="4" idx="3"/>
            <a:endCxn id="2" idx="1"/>
          </p:cNvCxnSpPr>
          <p:nvPr/>
        </p:nvCxnSpPr>
        <p:spPr>
          <a:xfrm flipV="1">
            <a:off x="8520791" y="1708664"/>
            <a:ext cx="437016" cy="3507"/>
          </a:xfrm>
          <a:prstGeom prst="line">
            <a:avLst/>
          </a:prstGeom>
          <a:ln w="9525"/>
        </p:spPr>
        <p:style>
          <a:lnRef idx="1">
            <a:schemeClr val="accent6"/>
          </a:lnRef>
          <a:fillRef idx="0">
            <a:schemeClr val="accent6"/>
          </a:fillRef>
          <a:effectRef idx="0">
            <a:schemeClr val="accent6"/>
          </a:effectRef>
          <a:fontRef idx="minor">
            <a:schemeClr val="tx1"/>
          </a:fontRef>
        </p:style>
      </p:cxnSp>
      <p:cxnSp>
        <p:nvCxnSpPr>
          <p:cNvPr id="29" name="Straight Connector 28">
            <a:extLst>
              <a:ext uri="{FF2B5EF4-FFF2-40B4-BE49-F238E27FC236}">
                <a16:creationId xmlns:a16="http://schemas.microsoft.com/office/drawing/2014/main" id="{F84EB07F-C9AF-3465-FF9D-26181FAA424C}"/>
              </a:ext>
            </a:extLst>
          </p:cNvPr>
          <p:cNvCxnSpPr>
            <a:stCxn id="2" idx="2"/>
          </p:cNvCxnSpPr>
          <p:nvPr/>
        </p:nvCxnSpPr>
        <p:spPr>
          <a:xfrm flipH="1">
            <a:off x="9500731" y="1956314"/>
            <a:ext cx="1" cy="658694"/>
          </a:xfrm>
          <a:prstGeom prst="line">
            <a:avLst/>
          </a:prstGeom>
          <a:ln w="9525"/>
        </p:spPr>
        <p:style>
          <a:lnRef idx="1">
            <a:schemeClr val="accent6"/>
          </a:lnRef>
          <a:fillRef idx="0">
            <a:schemeClr val="accent6"/>
          </a:fillRef>
          <a:effectRef idx="0">
            <a:schemeClr val="accent6"/>
          </a:effectRef>
          <a:fontRef idx="minor">
            <a:schemeClr val="tx1"/>
          </a:fontRef>
        </p:style>
      </p:cxnSp>
      <p:cxnSp>
        <p:nvCxnSpPr>
          <p:cNvPr id="30" name="Straight Connector 29">
            <a:extLst>
              <a:ext uri="{FF2B5EF4-FFF2-40B4-BE49-F238E27FC236}">
                <a16:creationId xmlns:a16="http://schemas.microsoft.com/office/drawing/2014/main" id="{5CD6EA13-03CE-DF20-A92B-F49AF501C40A}"/>
              </a:ext>
            </a:extLst>
          </p:cNvPr>
          <p:cNvCxnSpPr>
            <a:stCxn id="7" idx="2"/>
          </p:cNvCxnSpPr>
          <p:nvPr/>
        </p:nvCxnSpPr>
        <p:spPr>
          <a:xfrm>
            <a:off x="9628866" y="3072207"/>
            <a:ext cx="0" cy="964972"/>
          </a:xfrm>
          <a:prstGeom prst="line">
            <a:avLst/>
          </a:prstGeom>
          <a:ln w="9525"/>
        </p:spPr>
        <p:style>
          <a:lnRef idx="1">
            <a:schemeClr val="accent6"/>
          </a:lnRef>
          <a:fillRef idx="0">
            <a:schemeClr val="accent6"/>
          </a:fillRef>
          <a:effectRef idx="0">
            <a:schemeClr val="accent6"/>
          </a:effectRef>
          <a:fontRef idx="minor">
            <a:schemeClr val="tx1"/>
          </a:fontRef>
        </p:style>
      </p:cxnSp>
      <p:cxnSp>
        <p:nvCxnSpPr>
          <p:cNvPr id="31" name="Straight Connector 30">
            <a:extLst>
              <a:ext uri="{FF2B5EF4-FFF2-40B4-BE49-F238E27FC236}">
                <a16:creationId xmlns:a16="http://schemas.microsoft.com/office/drawing/2014/main" id="{A92D8752-47EF-6B10-C82F-F1CF3F6EE90D}"/>
              </a:ext>
            </a:extLst>
          </p:cNvPr>
          <p:cNvCxnSpPr>
            <a:stCxn id="12" idx="3"/>
            <a:endCxn id="21" idx="1"/>
          </p:cNvCxnSpPr>
          <p:nvPr/>
        </p:nvCxnSpPr>
        <p:spPr>
          <a:xfrm flipV="1">
            <a:off x="8286750" y="4202111"/>
            <a:ext cx="414790" cy="5383"/>
          </a:xfrm>
          <a:prstGeom prst="line">
            <a:avLst/>
          </a:prstGeom>
          <a:ln w="9525"/>
        </p:spPr>
        <p:style>
          <a:lnRef idx="1">
            <a:schemeClr val="accent6"/>
          </a:lnRef>
          <a:fillRef idx="0">
            <a:schemeClr val="accent6"/>
          </a:fillRef>
          <a:effectRef idx="0">
            <a:schemeClr val="accent6"/>
          </a:effectRef>
          <a:fontRef idx="minor">
            <a:schemeClr val="tx1"/>
          </a:fontRef>
        </p:style>
      </p:cxnSp>
      <p:cxnSp>
        <p:nvCxnSpPr>
          <p:cNvPr id="32" name="Straight Connector 31">
            <a:extLst>
              <a:ext uri="{FF2B5EF4-FFF2-40B4-BE49-F238E27FC236}">
                <a16:creationId xmlns:a16="http://schemas.microsoft.com/office/drawing/2014/main" id="{01A3C49F-78FB-717F-8299-549A6B03A15F}"/>
              </a:ext>
            </a:extLst>
          </p:cNvPr>
          <p:cNvCxnSpPr>
            <a:stCxn id="21" idx="3"/>
            <a:endCxn id="9" idx="1"/>
          </p:cNvCxnSpPr>
          <p:nvPr/>
        </p:nvCxnSpPr>
        <p:spPr>
          <a:xfrm>
            <a:off x="10043657" y="4202111"/>
            <a:ext cx="210012" cy="16044"/>
          </a:xfrm>
          <a:prstGeom prst="line">
            <a:avLst/>
          </a:prstGeom>
          <a:ln w="9525"/>
        </p:spPr>
        <p:style>
          <a:lnRef idx="1">
            <a:schemeClr val="accent6"/>
          </a:lnRef>
          <a:fillRef idx="0">
            <a:schemeClr val="accent6"/>
          </a:fillRef>
          <a:effectRef idx="0">
            <a:schemeClr val="accent6"/>
          </a:effectRef>
          <a:fontRef idx="minor">
            <a:schemeClr val="tx1"/>
          </a:fontRef>
        </p:style>
      </p:cxnSp>
      <p:cxnSp>
        <p:nvCxnSpPr>
          <p:cNvPr id="33" name="Straight Connector 32">
            <a:extLst>
              <a:ext uri="{FF2B5EF4-FFF2-40B4-BE49-F238E27FC236}">
                <a16:creationId xmlns:a16="http://schemas.microsoft.com/office/drawing/2014/main" id="{AF83989B-37E4-A8B6-43BF-BA35EEAE21BC}"/>
              </a:ext>
            </a:extLst>
          </p:cNvPr>
          <p:cNvCxnSpPr>
            <a:stCxn id="19" idx="3"/>
            <a:endCxn id="6" idx="1"/>
          </p:cNvCxnSpPr>
          <p:nvPr/>
        </p:nvCxnSpPr>
        <p:spPr>
          <a:xfrm>
            <a:off x="7260318" y="6108245"/>
            <a:ext cx="1398248" cy="0"/>
          </a:xfrm>
          <a:prstGeom prst="line">
            <a:avLst/>
          </a:prstGeom>
          <a:ln w="9525"/>
        </p:spPr>
        <p:style>
          <a:lnRef idx="1">
            <a:schemeClr val="accent6"/>
          </a:lnRef>
          <a:fillRef idx="0">
            <a:schemeClr val="accent6"/>
          </a:fillRef>
          <a:effectRef idx="0">
            <a:schemeClr val="accent6"/>
          </a:effectRef>
          <a:fontRef idx="minor">
            <a:schemeClr val="tx1"/>
          </a:fontRef>
        </p:style>
      </p:cxnSp>
      <p:cxnSp>
        <p:nvCxnSpPr>
          <p:cNvPr id="34" name="Straight Connector 33">
            <a:extLst>
              <a:ext uri="{FF2B5EF4-FFF2-40B4-BE49-F238E27FC236}">
                <a16:creationId xmlns:a16="http://schemas.microsoft.com/office/drawing/2014/main" id="{8792AB5D-F1C1-6647-D8F6-8BF306796829}"/>
              </a:ext>
            </a:extLst>
          </p:cNvPr>
          <p:cNvCxnSpPr>
            <a:stCxn id="17" idx="2"/>
            <a:endCxn id="11" idx="0"/>
          </p:cNvCxnSpPr>
          <p:nvPr/>
        </p:nvCxnSpPr>
        <p:spPr>
          <a:xfrm>
            <a:off x="4931683" y="1188156"/>
            <a:ext cx="0" cy="268941"/>
          </a:xfrm>
          <a:prstGeom prst="line">
            <a:avLst/>
          </a:prstGeom>
          <a:ln w="9525"/>
        </p:spPr>
        <p:style>
          <a:lnRef idx="1">
            <a:schemeClr val="accent6"/>
          </a:lnRef>
          <a:fillRef idx="0">
            <a:schemeClr val="accent6"/>
          </a:fillRef>
          <a:effectRef idx="0">
            <a:schemeClr val="accent6"/>
          </a:effectRef>
          <a:fontRef idx="minor">
            <a:schemeClr val="tx1"/>
          </a:fontRef>
        </p:style>
      </p:cxnSp>
      <p:cxnSp>
        <p:nvCxnSpPr>
          <p:cNvPr id="35" name="Straight Connector 34">
            <a:extLst>
              <a:ext uri="{FF2B5EF4-FFF2-40B4-BE49-F238E27FC236}">
                <a16:creationId xmlns:a16="http://schemas.microsoft.com/office/drawing/2014/main" id="{0A8B2EF7-2E1C-201C-3E83-D5C0955058DC}"/>
              </a:ext>
            </a:extLst>
          </p:cNvPr>
          <p:cNvCxnSpPr>
            <a:stCxn id="8" idx="2"/>
            <a:endCxn id="20" idx="0"/>
          </p:cNvCxnSpPr>
          <p:nvPr/>
        </p:nvCxnSpPr>
        <p:spPr>
          <a:xfrm>
            <a:off x="2603048" y="1779473"/>
            <a:ext cx="0" cy="410483"/>
          </a:xfrm>
          <a:prstGeom prst="line">
            <a:avLst/>
          </a:prstGeom>
          <a:ln w="9525"/>
        </p:spPr>
        <p:style>
          <a:lnRef idx="1">
            <a:schemeClr val="accent6"/>
          </a:lnRef>
          <a:fillRef idx="0">
            <a:schemeClr val="accent6"/>
          </a:fillRef>
          <a:effectRef idx="0">
            <a:schemeClr val="accent6"/>
          </a:effectRef>
          <a:fontRef idx="minor">
            <a:schemeClr val="tx1"/>
          </a:fontRef>
        </p:style>
      </p:cxnSp>
      <p:cxnSp>
        <p:nvCxnSpPr>
          <p:cNvPr id="36" name="Straight Connector 35">
            <a:extLst>
              <a:ext uri="{FF2B5EF4-FFF2-40B4-BE49-F238E27FC236}">
                <a16:creationId xmlns:a16="http://schemas.microsoft.com/office/drawing/2014/main" id="{BAC0C24A-0F80-CC8D-1A69-AA0B219DF0A1}"/>
              </a:ext>
            </a:extLst>
          </p:cNvPr>
          <p:cNvCxnSpPr>
            <a:stCxn id="20" idx="2"/>
            <a:endCxn id="5" idx="0"/>
          </p:cNvCxnSpPr>
          <p:nvPr/>
        </p:nvCxnSpPr>
        <p:spPr>
          <a:xfrm>
            <a:off x="2603048" y="2849563"/>
            <a:ext cx="0" cy="450387"/>
          </a:xfrm>
          <a:prstGeom prst="line">
            <a:avLst/>
          </a:prstGeom>
          <a:ln w="9525"/>
        </p:spPr>
        <p:style>
          <a:lnRef idx="1">
            <a:schemeClr val="accent6"/>
          </a:lnRef>
          <a:fillRef idx="0">
            <a:schemeClr val="accent6"/>
          </a:fillRef>
          <a:effectRef idx="0">
            <a:schemeClr val="accent6"/>
          </a:effectRef>
          <a:fontRef idx="minor">
            <a:schemeClr val="tx1"/>
          </a:fontRef>
        </p:style>
      </p:cxnSp>
      <p:cxnSp>
        <p:nvCxnSpPr>
          <p:cNvPr id="37" name="Straight Connector 36">
            <a:extLst>
              <a:ext uri="{FF2B5EF4-FFF2-40B4-BE49-F238E27FC236}">
                <a16:creationId xmlns:a16="http://schemas.microsoft.com/office/drawing/2014/main" id="{16866EB2-310B-8716-C9DC-D0C3C18E02B3}"/>
              </a:ext>
            </a:extLst>
          </p:cNvPr>
          <p:cNvCxnSpPr>
            <a:cxnSpLocks/>
            <a:stCxn id="18" idx="3"/>
          </p:cNvCxnSpPr>
          <p:nvPr/>
        </p:nvCxnSpPr>
        <p:spPr>
          <a:xfrm>
            <a:off x="1843998" y="5745163"/>
            <a:ext cx="285693" cy="0"/>
          </a:xfrm>
          <a:prstGeom prst="line">
            <a:avLst/>
          </a:prstGeom>
          <a:ln w="9525"/>
        </p:spPr>
        <p:style>
          <a:lnRef idx="1">
            <a:schemeClr val="accent6"/>
          </a:lnRef>
          <a:fillRef idx="0">
            <a:schemeClr val="accent6"/>
          </a:fillRef>
          <a:effectRef idx="0">
            <a:schemeClr val="accent6"/>
          </a:effectRef>
          <a:fontRef idx="minor">
            <a:schemeClr val="tx1"/>
          </a:fontRef>
        </p:style>
      </p:cxnSp>
      <p:cxnSp>
        <p:nvCxnSpPr>
          <p:cNvPr id="38" name="Straight Connector 37">
            <a:extLst>
              <a:ext uri="{FF2B5EF4-FFF2-40B4-BE49-F238E27FC236}">
                <a16:creationId xmlns:a16="http://schemas.microsoft.com/office/drawing/2014/main" id="{8A83A8B6-2E39-0A06-2D4A-82A7FA194F13}"/>
              </a:ext>
            </a:extLst>
          </p:cNvPr>
          <p:cNvCxnSpPr>
            <a:stCxn id="13" idx="2"/>
            <a:endCxn id="18" idx="0"/>
          </p:cNvCxnSpPr>
          <p:nvPr/>
        </p:nvCxnSpPr>
        <p:spPr>
          <a:xfrm>
            <a:off x="961687" y="5268802"/>
            <a:ext cx="15423" cy="247761"/>
          </a:xfrm>
          <a:prstGeom prst="line">
            <a:avLst/>
          </a:prstGeom>
          <a:ln w="9525"/>
        </p:spPr>
        <p:style>
          <a:lnRef idx="1">
            <a:schemeClr val="accent6"/>
          </a:lnRef>
          <a:fillRef idx="0">
            <a:schemeClr val="accent6"/>
          </a:fillRef>
          <a:effectRef idx="0">
            <a:schemeClr val="accent6"/>
          </a:effectRef>
          <a:fontRef idx="minor">
            <a:schemeClr val="tx1"/>
          </a:fontRef>
        </p:style>
      </p:cxnSp>
      <p:cxnSp>
        <p:nvCxnSpPr>
          <p:cNvPr id="39" name="Straight Connector 38">
            <a:extLst>
              <a:ext uri="{FF2B5EF4-FFF2-40B4-BE49-F238E27FC236}">
                <a16:creationId xmlns:a16="http://schemas.microsoft.com/office/drawing/2014/main" id="{8358EB6B-6AB5-A779-F7C4-5D574444B47B}"/>
              </a:ext>
            </a:extLst>
          </p:cNvPr>
          <p:cNvCxnSpPr>
            <a:stCxn id="20" idx="3"/>
          </p:cNvCxnSpPr>
          <p:nvPr/>
        </p:nvCxnSpPr>
        <p:spPr>
          <a:xfrm flipV="1">
            <a:off x="3424012" y="2519759"/>
            <a:ext cx="2850469" cy="1"/>
          </a:xfrm>
          <a:prstGeom prst="line">
            <a:avLst/>
          </a:prstGeom>
          <a:ln w="9525"/>
        </p:spPr>
        <p:style>
          <a:lnRef idx="1">
            <a:schemeClr val="accent6"/>
          </a:lnRef>
          <a:fillRef idx="0">
            <a:schemeClr val="accent6"/>
          </a:fillRef>
          <a:effectRef idx="0">
            <a:schemeClr val="accent6"/>
          </a:effectRef>
          <a:fontRef idx="minor">
            <a:schemeClr val="tx1"/>
          </a:fontRef>
        </p:style>
      </p:cxnSp>
      <p:cxnSp>
        <p:nvCxnSpPr>
          <p:cNvPr id="40" name="Straight Connector 39">
            <a:extLst>
              <a:ext uri="{FF2B5EF4-FFF2-40B4-BE49-F238E27FC236}">
                <a16:creationId xmlns:a16="http://schemas.microsoft.com/office/drawing/2014/main" id="{B2FFCB65-BC39-D1B4-F0AA-C64E1C3540D1}"/>
              </a:ext>
            </a:extLst>
          </p:cNvPr>
          <p:cNvCxnSpPr>
            <a:cxnSpLocks/>
          </p:cNvCxnSpPr>
          <p:nvPr/>
        </p:nvCxnSpPr>
        <p:spPr>
          <a:xfrm>
            <a:off x="6274481" y="2519759"/>
            <a:ext cx="0" cy="305924"/>
          </a:xfrm>
          <a:prstGeom prst="line">
            <a:avLst/>
          </a:prstGeom>
          <a:ln w="9525">
            <a:solidFill>
              <a:schemeClr val="accent1"/>
            </a:solidFill>
          </a:ln>
        </p:spPr>
        <p:style>
          <a:lnRef idx="1">
            <a:schemeClr val="accent6"/>
          </a:lnRef>
          <a:fillRef idx="0">
            <a:schemeClr val="accent6"/>
          </a:fillRef>
          <a:effectRef idx="0">
            <a:schemeClr val="accent6"/>
          </a:effectRef>
          <a:fontRef idx="minor">
            <a:schemeClr val="tx1"/>
          </a:fontRef>
        </p:style>
      </p:cxnSp>
      <p:cxnSp>
        <p:nvCxnSpPr>
          <p:cNvPr id="41" name="Straight Connector 40">
            <a:extLst>
              <a:ext uri="{FF2B5EF4-FFF2-40B4-BE49-F238E27FC236}">
                <a16:creationId xmlns:a16="http://schemas.microsoft.com/office/drawing/2014/main" id="{C69CA1AD-9AC5-4A71-C351-48A53393851B}"/>
              </a:ext>
            </a:extLst>
          </p:cNvPr>
          <p:cNvCxnSpPr>
            <a:cxnSpLocks/>
            <a:endCxn id="7" idx="1"/>
          </p:cNvCxnSpPr>
          <p:nvPr/>
        </p:nvCxnSpPr>
        <p:spPr>
          <a:xfrm>
            <a:off x="6274481" y="2825683"/>
            <a:ext cx="2803182" cy="17925"/>
          </a:xfrm>
          <a:prstGeom prst="line">
            <a:avLst/>
          </a:prstGeom>
          <a:ln w="9525"/>
        </p:spPr>
        <p:style>
          <a:lnRef idx="1">
            <a:schemeClr val="accent6"/>
          </a:lnRef>
          <a:fillRef idx="0">
            <a:schemeClr val="accent6"/>
          </a:fillRef>
          <a:effectRef idx="0">
            <a:schemeClr val="accent6"/>
          </a:effectRef>
          <a:fontRef idx="minor">
            <a:schemeClr val="tx1"/>
          </a:fontRef>
        </p:style>
      </p:cxnSp>
      <p:cxnSp>
        <p:nvCxnSpPr>
          <p:cNvPr id="42" name="Straight Connector 41">
            <a:extLst>
              <a:ext uri="{FF2B5EF4-FFF2-40B4-BE49-F238E27FC236}">
                <a16:creationId xmlns:a16="http://schemas.microsoft.com/office/drawing/2014/main" id="{0354A5EC-DDD8-1B14-382C-D6E48B804120}"/>
              </a:ext>
            </a:extLst>
          </p:cNvPr>
          <p:cNvCxnSpPr>
            <a:cxnSpLocks/>
            <a:stCxn id="22" idx="3"/>
          </p:cNvCxnSpPr>
          <p:nvPr/>
        </p:nvCxnSpPr>
        <p:spPr>
          <a:xfrm flipV="1">
            <a:off x="3598411" y="4626514"/>
            <a:ext cx="8136389" cy="47453"/>
          </a:xfrm>
          <a:prstGeom prst="line">
            <a:avLst/>
          </a:prstGeom>
          <a:ln w="9525"/>
        </p:spPr>
        <p:style>
          <a:lnRef idx="1">
            <a:schemeClr val="accent6"/>
          </a:lnRef>
          <a:fillRef idx="0">
            <a:schemeClr val="accent6"/>
          </a:fillRef>
          <a:effectRef idx="0">
            <a:schemeClr val="accent6"/>
          </a:effectRef>
          <a:fontRef idx="minor">
            <a:schemeClr val="tx1"/>
          </a:fontRef>
        </p:style>
      </p:cxnSp>
      <p:cxnSp>
        <p:nvCxnSpPr>
          <p:cNvPr id="43" name="Straight Connector 42">
            <a:extLst>
              <a:ext uri="{FF2B5EF4-FFF2-40B4-BE49-F238E27FC236}">
                <a16:creationId xmlns:a16="http://schemas.microsoft.com/office/drawing/2014/main" id="{87E703F3-DFF6-46F8-CC94-1F5560340444}"/>
              </a:ext>
            </a:extLst>
          </p:cNvPr>
          <p:cNvCxnSpPr>
            <a:stCxn id="7" idx="3"/>
          </p:cNvCxnSpPr>
          <p:nvPr/>
        </p:nvCxnSpPr>
        <p:spPr>
          <a:xfrm>
            <a:off x="10180069" y="2843608"/>
            <a:ext cx="1554731" cy="0"/>
          </a:xfrm>
          <a:prstGeom prst="line">
            <a:avLst/>
          </a:prstGeom>
          <a:ln w="9525"/>
        </p:spPr>
        <p:style>
          <a:lnRef idx="1">
            <a:schemeClr val="accent6"/>
          </a:lnRef>
          <a:fillRef idx="0">
            <a:schemeClr val="accent6"/>
          </a:fillRef>
          <a:effectRef idx="0">
            <a:schemeClr val="accent6"/>
          </a:effectRef>
          <a:fontRef idx="minor">
            <a:schemeClr val="tx1"/>
          </a:fontRef>
        </p:style>
      </p:cxnSp>
      <p:cxnSp>
        <p:nvCxnSpPr>
          <p:cNvPr id="44" name="Straight Connector 43">
            <a:extLst>
              <a:ext uri="{FF2B5EF4-FFF2-40B4-BE49-F238E27FC236}">
                <a16:creationId xmlns:a16="http://schemas.microsoft.com/office/drawing/2014/main" id="{C85E8C0A-A763-64C1-8992-BFE999254CFA}"/>
              </a:ext>
            </a:extLst>
          </p:cNvPr>
          <p:cNvCxnSpPr/>
          <p:nvPr/>
        </p:nvCxnSpPr>
        <p:spPr>
          <a:xfrm>
            <a:off x="11734800" y="2843608"/>
            <a:ext cx="0" cy="1757334"/>
          </a:xfrm>
          <a:prstGeom prst="line">
            <a:avLst/>
          </a:prstGeom>
          <a:ln w="9525"/>
        </p:spPr>
        <p:style>
          <a:lnRef idx="1">
            <a:schemeClr val="accent6"/>
          </a:lnRef>
          <a:fillRef idx="0">
            <a:schemeClr val="accent6"/>
          </a:fillRef>
          <a:effectRef idx="0">
            <a:schemeClr val="accent6"/>
          </a:effectRef>
          <a:fontRef idx="minor">
            <a:schemeClr val="tx1"/>
          </a:fontRef>
        </p:style>
      </p:cxnSp>
      <p:cxnSp>
        <p:nvCxnSpPr>
          <p:cNvPr id="45" name="Straight Connector 44">
            <a:extLst>
              <a:ext uri="{FF2B5EF4-FFF2-40B4-BE49-F238E27FC236}">
                <a16:creationId xmlns:a16="http://schemas.microsoft.com/office/drawing/2014/main" id="{110FFEAF-B163-66D2-C41F-6674CD7B73F3}"/>
              </a:ext>
            </a:extLst>
          </p:cNvPr>
          <p:cNvCxnSpPr>
            <a:cxnSpLocks/>
            <a:endCxn id="10" idx="3"/>
          </p:cNvCxnSpPr>
          <p:nvPr/>
        </p:nvCxnSpPr>
        <p:spPr>
          <a:xfrm flipV="1">
            <a:off x="11871316" y="1708664"/>
            <a:ext cx="0" cy="3560138"/>
          </a:xfrm>
          <a:prstGeom prst="line">
            <a:avLst/>
          </a:prstGeom>
          <a:ln w="9525"/>
        </p:spPr>
        <p:style>
          <a:lnRef idx="1">
            <a:schemeClr val="accent6"/>
          </a:lnRef>
          <a:fillRef idx="0">
            <a:schemeClr val="accent6"/>
          </a:fillRef>
          <a:effectRef idx="0">
            <a:schemeClr val="accent6"/>
          </a:effectRef>
          <a:fontRef idx="minor">
            <a:schemeClr val="tx1"/>
          </a:fontRef>
        </p:style>
      </p:cxnSp>
      <p:cxnSp>
        <p:nvCxnSpPr>
          <p:cNvPr id="46" name="Straight Connector 45">
            <a:extLst>
              <a:ext uri="{FF2B5EF4-FFF2-40B4-BE49-F238E27FC236}">
                <a16:creationId xmlns:a16="http://schemas.microsoft.com/office/drawing/2014/main" id="{6DB5E3F9-840E-7035-349F-97E7464440B0}"/>
              </a:ext>
            </a:extLst>
          </p:cNvPr>
          <p:cNvCxnSpPr>
            <a:cxnSpLocks/>
          </p:cNvCxnSpPr>
          <p:nvPr/>
        </p:nvCxnSpPr>
        <p:spPr>
          <a:xfrm>
            <a:off x="6274481" y="5268802"/>
            <a:ext cx="5596835" cy="0"/>
          </a:xfrm>
          <a:prstGeom prst="line">
            <a:avLst/>
          </a:prstGeom>
          <a:ln w="9525"/>
        </p:spPr>
        <p:style>
          <a:lnRef idx="1">
            <a:schemeClr val="accent6"/>
          </a:lnRef>
          <a:fillRef idx="0">
            <a:schemeClr val="accent6"/>
          </a:fillRef>
          <a:effectRef idx="0">
            <a:schemeClr val="accent6"/>
          </a:effectRef>
          <a:fontRef idx="minor">
            <a:schemeClr val="tx1"/>
          </a:fontRef>
        </p:style>
      </p:cxnSp>
      <p:cxnSp>
        <p:nvCxnSpPr>
          <p:cNvPr id="47" name="Straight Connector 46">
            <a:extLst>
              <a:ext uri="{FF2B5EF4-FFF2-40B4-BE49-F238E27FC236}">
                <a16:creationId xmlns:a16="http://schemas.microsoft.com/office/drawing/2014/main" id="{70716E8F-0F49-72A1-E2A1-48EF9E3592D3}"/>
              </a:ext>
            </a:extLst>
          </p:cNvPr>
          <p:cNvCxnSpPr>
            <a:endCxn id="19" idx="0"/>
          </p:cNvCxnSpPr>
          <p:nvPr/>
        </p:nvCxnSpPr>
        <p:spPr>
          <a:xfrm>
            <a:off x="6274481" y="5268802"/>
            <a:ext cx="0" cy="588618"/>
          </a:xfrm>
          <a:prstGeom prst="line">
            <a:avLst/>
          </a:prstGeom>
          <a:ln w="9525"/>
        </p:spPr>
        <p:style>
          <a:lnRef idx="1">
            <a:schemeClr val="accent6"/>
          </a:lnRef>
          <a:fillRef idx="0">
            <a:schemeClr val="accent6"/>
          </a:fillRef>
          <a:effectRef idx="0">
            <a:schemeClr val="accent6"/>
          </a:effectRef>
          <a:fontRef idx="minor">
            <a:schemeClr val="tx1"/>
          </a:fontRef>
        </p:style>
      </p:cxnSp>
      <p:cxnSp>
        <p:nvCxnSpPr>
          <p:cNvPr id="48" name="Straight Connector 47">
            <a:extLst>
              <a:ext uri="{FF2B5EF4-FFF2-40B4-BE49-F238E27FC236}">
                <a16:creationId xmlns:a16="http://schemas.microsoft.com/office/drawing/2014/main" id="{04D189A2-2FDB-960F-AAF4-588B4C1DA1C5}"/>
              </a:ext>
            </a:extLst>
          </p:cNvPr>
          <p:cNvCxnSpPr>
            <a:stCxn id="20" idx="1"/>
          </p:cNvCxnSpPr>
          <p:nvPr/>
        </p:nvCxnSpPr>
        <p:spPr>
          <a:xfrm flipH="1" flipV="1">
            <a:off x="1110343" y="2519759"/>
            <a:ext cx="671741" cy="1"/>
          </a:xfrm>
          <a:prstGeom prst="line">
            <a:avLst/>
          </a:prstGeom>
          <a:ln w="9525"/>
        </p:spPr>
        <p:style>
          <a:lnRef idx="1">
            <a:schemeClr val="accent6"/>
          </a:lnRef>
          <a:fillRef idx="0">
            <a:schemeClr val="accent6"/>
          </a:fillRef>
          <a:effectRef idx="0">
            <a:schemeClr val="accent6"/>
          </a:effectRef>
          <a:fontRef idx="minor">
            <a:schemeClr val="tx1"/>
          </a:fontRef>
        </p:style>
      </p:cxnSp>
      <p:cxnSp>
        <p:nvCxnSpPr>
          <p:cNvPr id="49" name="Straight Connector 48">
            <a:extLst>
              <a:ext uri="{FF2B5EF4-FFF2-40B4-BE49-F238E27FC236}">
                <a16:creationId xmlns:a16="http://schemas.microsoft.com/office/drawing/2014/main" id="{6C1050E1-91C5-45D4-8904-74EE48A407B7}"/>
              </a:ext>
            </a:extLst>
          </p:cNvPr>
          <p:cNvCxnSpPr>
            <a:endCxn id="13" idx="0"/>
          </p:cNvCxnSpPr>
          <p:nvPr/>
        </p:nvCxnSpPr>
        <p:spPr>
          <a:xfrm>
            <a:off x="1110343" y="2519759"/>
            <a:ext cx="0" cy="2431999"/>
          </a:xfrm>
          <a:prstGeom prst="line">
            <a:avLst/>
          </a:prstGeom>
          <a:ln w="9525"/>
        </p:spPr>
        <p:style>
          <a:lnRef idx="1">
            <a:schemeClr val="accent6"/>
          </a:lnRef>
          <a:fillRef idx="0">
            <a:schemeClr val="accent6"/>
          </a:fillRef>
          <a:effectRef idx="0">
            <a:schemeClr val="accent6"/>
          </a:effectRef>
          <a:fontRef idx="minor">
            <a:schemeClr val="tx1"/>
          </a:fontRef>
        </p:style>
      </p:cxnSp>
      <p:cxnSp>
        <p:nvCxnSpPr>
          <p:cNvPr id="50" name="Straight Connector 49">
            <a:extLst>
              <a:ext uri="{FF2B5EF4-FFF2-40B4-BE49-F238E27FC236}">
                <a16:creationId xmlns:a16="http://schemas.microsoft.com/office/drawing/2014/main" id="{2CF537FE-66CA-EDCB-2DD4-B0C76FD14389}"/>
              </a:ext>
            </a:extLst>
          </p:cNvPr>
          <p:cNvCxnSpPr>
            <a:cxnSpLocks/>
            <a:stCxn id="17" idx="1"/>
          </p:cNvCxnSpPr>
          <p:nvPr/>
        </p:nvCxnSpPr>
        <p:spPr>
          <a:xfrm flipH="1" flipV="1">
            <a:off x="961687" y="733977"/>
            <a:ext cx="3354046" cy="17220"/>
          </a:xfrm>
          <a:prstGeom prst="line">
            <a:avLst/>
          </a:prstGeom>
          <a:ln w="9525"/>
        </p:spPr>
        <p:style>
          <a:lnRef idx="1">
            <a:schemeClr val="accent6"/>
          </a:lnRef>
          <a:fillRef idx="0">
            <a:schemeClr val="accent6"/>
          </a:fillRef>
          <a:effectRef idx="0">
            <a:schemeClr val="accent6"/>
          </a:effectRef>
          <a:fontRef idx="minor">
            <a:schemeClr val="tx1"/>
          </a:fontRef>
        </p:style>
      </p:cxnSp>
      <p:cxnSp>
        <p:nvCxnSpPr>
          <p:cNvPr id="51" name="Straight Connector 50">
            <a:extLst>
              <a:ext uri="{FF2B5EF4-FFF2-40B4-BE49-F238E27FC236}">
                <a16:creationId xmlns:a16="http://schemas.microsoft.com/office/drawing/2014/main" id="{231FF74A-E485-6DD4-AD2E-ADA5A2F209A7}"/>
              </a:ext>
            </a:extLst>
          </p:cNvPr>
          <p:cNvCxnSpPr>
            <a:cxnSpLocks/>
            <a:endCxn id="13" idx="0"/>
          </p:cNvCxnSpPr>
          <p:nvPr/>
        </p:nvCxnSpPr>
        <p:spPr>
          <a:xfrm flipH="1">
            <a:off x="961687" y="704961"/>
            <a:ext cx="30049" cy="4246797"/>
          </a:xfrm>
          <a:prstGeom prst="line">
            <a:avLst/>
          </a:prstGeom>
          <a:ln w="9525"/>
        </p:spPr>
        <p:style>
          <a:lnRef idx="1">
            <a:schemeClr val="accent6"/>
          </a:lnRef>
          <a:fillRef idx="0">
            <a:schemeClr val="accent6"/>
          </a:fillRef>
          <a:effectRef idx="0">
            <a:schemeClr val="accent6"/>
          </a:effectRef>
          <a:fontRef idx="minor">
            <a:schemeClr val="tx1"/>
          </a:fontRef>
        </p:style>
      </p:cxnSp>
      <p:cxnSp>
        <p:nvCxnSpPr>
          <p:cNvPr id="52" name="Straight Connector 51">
            <a:extLst>
              <a:ext uri="{FF2B5EF4-FFF2-40B4-BE49-F238E27FC236}">
                <a16:creationId xmlns:a16="http://schemas.microsoft.com/office/drawing/2014/main" id="{9A3A8D2E-5DCD-2B6E-354E-E5CCADC27CB1}"/>
              </a:ext>
            </a:extLst>
          </p:cNvPr>
          <p:cNvCxnSpPr>
            <a:stCxn id="13" idx="3"/>
          </p:cNvCxnSpPr>
          <p:nvPr/>
        </p:nvCxnSpPr>
        <p:spPr>
          <a:xfrm flipV="1">
            <a:off x="1577637" y="5094514"/>
            <a:ext cx="3114106" cy="15766"/>
          </a:xfrm>
          <a:prstGeom prst="line">
            <a:avLst/>
          </a:prstGeom>
          <a:ln w="9525"/>
        </p:spPr>
        <p:style>
          <a:lnRef idx="1">
            <a:schemeClr val="accent6"/>
          </a:lnRef>
          <a:fillRef idx="0">
            <a:schemeClr val="accent6"/>
          </a:fillRef>
          <a:effectRef idx="0">
            <a:schemeClr val="accent6"/>
          </a:effectRef>
          <a:fontRef idx="minor">
            <a:schemeClr val="tx1"/>
          </a:fontRef>
        </p:style>
      </p:cxnSp>
      <p:cxnSp>
        <p:nvCxnSpPr>
          <p:cNvPr id="53" name="Straight Connector 52">
            <a:extLst>
              <a:ext uri="{FF2B5EF4-FFF2-40B4-BE49-F238E27FC236}">
                <a16:creationId xmlns:a16="http://schemas.microsoft.com/office/drawing/2014/main" id="{144CAA5C-AB4B-B69F-09D4-BFC8651FF534}"/>
              </a:ext>
            </a:extLst>
          </p:cNvPr>
          <p:cNvCxnSpPr/>
          <p:nvPr/>
        </p:nvCxnSpPr>
        <p:spPr>
          <a:xfrm>
            <a:off x="4691743" y="5110280"/>
            <a:ext cx="0" cy="997965"/>
          </a:xfrm>
          <a:prstGeom prst="line">
            <a:avLst/>
          </a:prstGeom>
          <a:ln w="9525"/>
        </p:spPr>
        <p:style>
          <a:lnRef idx="1">
            <a:schemeClr val="accent6"/>
          </a:lnRef>
          <a:fillRef idx="0">
            <a:schemeClr val="accent6"/>
          </a:fillRef>
          <a:effectRef idx="0">
            <a:schemeClr val="accent6"/>
          </a:effectRef>
          <a:fontRef idx="minor">
            <a:schemeClr val="tx1"/>
          </a:fontRef>
        </p:style>
      </p:cxnSp>
      <p:cxnSp>
        <p:nvCxnSpPr>
          <p:cNvPr id="54" name="Straight Connector 53">
            <a:extLst>
              <a:ext uri="{FF2B5EF4-FFF2-40B4-BE49-F238E27FC236}">
                <a16:creationId xmlns:a16="http://schemas.microsoft.com/office/drawing/2014/main" id="{907DC76D-5667-8455-97A8-90FDF5827492}"/>
              </a:ext>
            </a:extLst>
          </p:cNvPr>
          <p:cNvCxnSpPr>
            <a:cxnSpLocks/>
            <a:endCxn id="19" idx="1"/>
          </p:cNvCxnSpPr>
          <p:nvPr/>
        </p:nvCxnSpPr>
        <p:spPr>
          <a:xfrm>
            <a:off x="4691743" y="6108245"/>
            <a:ext cx="596901" cy="0"/>
          </a:xfrm>
          <a:prstGeom prst="line">
            <a:avLst/>
          </a:prstGeom>
          <a:ln w="9525"/>
        </p:spPr>
        <p:style>
          <a:lnRef idx="1">
            <a:schemeClr val="accent6"/>
          </a:lnRef>
          <a:fillRef idx="0">
            <a:schemeClr val="accent6"/>
          </a:fillRef>
          <a:effectRef idx="0">
            <a:schemeClr val="accent6"/>
          </a:effectRef>
          <a:fontRef idx="minor">
            <a:schemeClr val="tx1"/>
          </a:fontRef>
        </p:style>
      </p:cxnSp>
      <p:cxnSp>
        <p:nvCxnSpPr>
          <p:cNvPr id="55" name="Straight Connector 54">
            <a:extLst>
              <a:ext uri="{FF2B5EF4-FFF2-40B4-BE49-F238E27FC236}">
                <a16:creationId xmlns:a16="http://schemas.microsoft.com/office/drawing/2014/main" id="{389D53F2-3122-DFF4-4DAB-A545994737FB}"/>
              </a:ext>
            </a:extLst>
          </p:cNvPr>
          <p:cNvCxnSpPr>
            <a:cxnSpLocks/>
            <a:stCxn id="17" idx="3"/>
            <a:endCxn id="3" idx="1"/>
          </p:cNvCxnSpPr>
          <p:nvPr/>
        </p:nvCxnSpPr>
        <p:spPr>
          <a:xfrm flipV="1">
            <a:off x="5547633" y="460663"/>
            <a:ext cx="3234188" cy="290534"/>
          </a:xfrm>
          <a:prstGeom prst="line">
            <a:avLst/>
          </a:prstGeom>
        </p:spPr>
        <p:style>
          <a:lnRef idx="1">
            <a:schemeClr val="accent6"/>
          </a:lnRef>
          <a:fillRef idx="0">
            <a:schemeClr val="accent6"/>
          </a:fillRef>
          <a:effectRef idx="0">
            <a:schemeClr val="accent6"/>
          </a:effectRef>
          <a:fontRef idx="minor">
            <a:schemeClr val="tx1"/>
          </a:fontRef>
        </p:style>
      </p:cxnSp>
      <p:cxnSp>
        <p:nvCxnSpPr>
          <p:cNvPr id="56" name="Straight Connector 55">
            <a:extLst>
              <a:ext uri="{FF2B5EF4-FFF2-40B4-BE49-F238E27FC236}">
                <a16:creationId xmlns:a16="http://schemas.microsoft.com/office/drawing/2014/main" id="{A9D9A02C-9E10-B771-7F73-09FA7ED7C3EA}"/>
              </a:ext>
            </a:extLst>
          </p:cNvPr>
          <p:cNvCxnSpPr>
            <a:stCxn id="13" idx="3"/>
            <a:endCxn id="22" idx="1"/>
          </p:cNvCxnSpPr>
          <p:nvPr/>
        </p:nvCxnSpPr>
        <p:spPr>
          <a:xfrm flipV="1">
            <a:off x="1577637" y="4673967"/>
            <a:ext cx="30048" cy="436313"/>
          </a:xfrm>
          <a:prstGeom prst="line">
            <a:avLst/>
          </a:prstGeom>
          <a:ln w="9525"/>
        </p:spPr>
        <p:style>
          <a:lnRef idx="1">
            <a:schemeClr val="accent6"/>
          </a:lnRef>
          <a:fillRef idx="0">
            <a:schemeClr val="accent6"/>
          </a:fillRef>
          <a:effectRef idx="0">
            <a:schemeClr val="accent6"/>
          </a:effectRef>
          <a:fontRef idx="minor">
            <a:schemeClr val="tx1"/>
          </a:fontRef>
        </p:style>
      </p:cxnSp>
      <p:sp>
        <p:nvSpPr>
          <p:cNvPr id="57" name="Diamond 56">
            <a:extLst>
              <a:ext uri="{FF2B5EF4-FFF2-40B4-BE49-F238E27FC236}">
                <a16:creationId xmlns:a16="http://schemas.microsoft.com/office/drawing/2014/main" id="{5A6B6917-E994-0A13-3A71-5BE449704334}"/>
              </a:ext>
            </a:extLst>
          </p:cNvPr>
          <p:cNvSpPr/>
          <p:nvPr/>
        </p:nvSpPr>
        <p:spPr>
          <a:xfrm>
            <a:off x="3361648" y="5475176"/>
            <a:ext cx="1268351" cy="457199"/>
          </a:xfrm>
          <a:prstGeom prst="diamond">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IN" sz="1600" b="1" dirty="0"/>
              <a:t>HAS</a:t>
            </a:r>
          </a:p>
        </p:txBody>
      </p:sp>
      <p:cxnSp>
        <p:nvCxnSpPr>
          <p:cNvPr id="58" name="Straight Connector 57">
            <a:extLst>
              <a:ext uri="{FF2B5EF4-FFF2-40B4-BE49-F238E27FC236}">
                <a16:creationId xmlns:a16="http://schemas.microsoft.com/office/drawing/2014/main" id="{CC8ECC7F-1447-1758-936C-A718667BDC05}"/>
              </a:ext>
            </a:extLst>
          </p:cNvPr>
          <p:cNvCxnSpPr>
            <a:cxnSpLocks/>
            <a:stCxn id="15" idx="3"/>
            <a:endCxn id="57" idx="1"/>
          </p:cNvCxnSpPr>
          <p:nvPr/>
        </p:nvCxnSpPr>
        <p:spPr>
          <a:xfrm flipV="1">
            <a:off x="3066654" y="5703776"/>
            <a:ext cx="294994" cy="42011"/>
          </a:xfrm>
          <a:prstGeom prst="line">
            <a:avLst/>
          </a:prstGeom>
          <a:ln w="9525"/>
        </p:spPr>
        <p:style>
          <a:lnRef idx="1">
            <a:schemeClr val="accent6"/>
          </a:lnRef>
          <a:fillRef idx="0">
            <a:schemeClr val="accent6"/>
          </a:fillRef>
          <a:effectRef idx="0">
            <a:schemeClr val="accent6"/>
          </a:effectRef>
          <a:fontRef idx="minor">
            <a:schemeClr val="tx1"/>
          </a:fontRef>
        </p:style>
      </p:cxnSp>
      <p:cxnSp>
        <p:nvCxnSpPr>
          <p:cNvPr id="59" name="Straight Connector 58">
            <a:extLst>
              <a:ext uri="{FF2B5EF4-FFF2-40B4-BE49-F238E27FC236}">
                <a16:creationId xmlns:a16="http://schemas.microsoft.com/office/drawing/2014/main" id="{E203B267-243D-8AB6-282C-DB89FA170EAD}"/>
              </a:ext>
            </a:extLst>
          </p:cNvPr>
          <p:cNvCxnSpPr>
            <a:cxnSpLocks/>
            <a:stCxn id="57" idx="2"/>
          </p:cNvCxnSpPr>
          <p:nvPr/>
        </p:nvCxnSpPr>
        <p:spPr>
          <a:xfrm flipH="1">
            <a:off x="3907235" y="5932375"/>
            <a:ext cx="88589" cy="249684"/>
          </a:xfrm>
          <a:prstGeom prst="line">
            <a:avLst/>
          </a:prstGeom>
        </p:spPr>
        <p:style>
          <a:lnRef idx="2">
            <a:schemeClr val="accent6"/>
          </a:lnRef>
          <a:fillRef idx="0">
            <a:schemeClr val="accent6"/>
          </a:fillRef>
          <a:effectRef idx="1">
            <a:schemeClr val="accent6"/>
          </a:effectRef>
          <a:fontRef idx="minor">
            <a:schemeClr val="tx1"/>
          </a:fontRef>
        </p:style>
      </p:cxnSp>
      <p:cxnSp>
        <p:nvCxnSpPr>
          <p:cNvPr id="60" name="Straight Connector 59">
            <a:extLst>
              <a:ext uri="{FF2B5EF4-FFF2-40B4-BE49-F238E27FC236}">
                <a16:creationId xmlns:a16="http://schemas.microsoft.com/office/drawing/2014/main" id="{42EE6692-E7C7-0F5D-7222-8FF71B87086A}"/>
              </a:ext>
            </a:extLst>
          </p:cNvPr>
          <p:cNvCxnSpPr>
            <a:cxnSpLocks/>
            <a:stCxn id="57" idx="3"/>
          </p:cNvCxnSpPr>
          <p:nvPr/>
        </p:nvCxnSpPr>
        <p:spPr>
          <a:xfrm flipH="1">
            <a:off x="4442613" y="5703776"/>
            <a:ext cx="187386" cy="683581"/>
          </a:xfrm>
          <a:prstGeom prst="line">
            <a:avLst/>
          </a:prstGeom>
        </p:spPr>
        <p:style>
          <a:lnRef idx="2">
            <a:schemeClr val="accent6"/>
          </a:lnRef>
          <a:fillRef idx="0">
            <a:schemeClr val="accent6"/>
          </a:fillRef>
          <a:effectRef idx="1">
            <a:schemeClr val="accent6"/>
          </a:effectRef>
          <a:fontRef idx="minor">
            <a:schemeClr val="tx1"/>
          </a:fontRef>
        </p:style>
      </p:cxnSp>
      <p:cxnSp>
        <p:nvCxnSpPr>
          <p:cNvPr id="61" name="Straight Connector 60">
            <a:extLst>
              <a:ext uri="{FF2B5EF4-FFF2-40B4-BE49-F238E27FC236}">
                <a16:creationId xmlns:a16="http://schemas.microsoft.com/office/drawing/2014/main" id="{A6C26297-FCE9-1AAA-856C-55172B3FDF7C}"/>
              </a:ext>
            </a:extLst>
          </p:cNvPr>
          <p:cNvCxnSpPr>
            <a:cxnSpLocks/>
          </p:cNvCxnSpPr>
          <p:nvPr/>
        </p:nvCxnSpPr>
        <p:spPr>
          <a:xfrm>
            <a:off x="2772910" y="6182059"/>
            <a:ext cx="1134324" cy="0"/>
          </a:xfrm>
          <a:prstGeom prst="line">
            <a:avLst/>
          </a:prstGeom>
        </p:spPr>
        <p:style>
          <a:lnRef idx="2">
            <a:schemeClr val="accent6"/>
          </a:lnRef>
          <a:fillRef idx="0">
            <a:schemeClr val="accent6"/>
          </a:fillRef>
          <a:effectRef idx="1">
            <a:schemeClr val="accent6"/>
          </a:effectRef>
          <a:fontRef idx="minor">
            <a:schemeClr val="tx1"/>
          </a:fontRef>
        </p:style>
      </p:cxnSp>
      <p:cxnSp>
        <p:nvCxnSpPr>
          <p:cNvPr id="62" name="Straight Connector 61">
            <a:extLst>
              <a:ext uri="{FF2B5EF4-FFF2-40B4-BE49-F238E27FC236}">
                <a16:creationId xmlns:a16="http://schemas.microsoft.com/office/drawing/2014/main" id="{90586AE6-4E83-1D90-5AF4-12024052A6C3}"/>
              </a:ext>
            </a:extLst>
          </p:cNvPr>
          <p:cNvCxnSpPr>
            <a:endCxn id="14" idx="0"/>
          </p:cNvCxnSpPr>
          <p:nvPr/>
        </p:nvCxnSpPr>
        <p:spPr>
          <a:xfrm>
            <a:off x="2772910" y="6182059"/>
            <a:ext cx="1" cy="233194"/>
          </a:xfrm>
          <a:prstGeom prst="line">
            <a:avLst/>
          </a:prstGeom>
        </p:spPr>
        <p:style>
          <a:lnRef idx="2">
            <a:schemeClr val="accent6"/>
          </a:lnRef>
          <a:fillRef idx="0">
            <a:schemeClr val="accent6"/>
          </a:fillRef>
          <a:effectRef idx="1">
            <a:schemeClr val="accent6"/>
          </a:effectRef>
          <a:fontRef idx="minor">
            <a:schemeClr val="tx1"/>
          </a:fontRef>
        </p:style>
      </p:cxnSp>
      <p:sp>
        <p:nvSpPr>
          <p:cNvPr id="63" name="TextBox 62">
            <a:extLst>
              <a:ext uri="{FF2B5EF4-FFF2-40B4-BE49-F238E27FC236}">
                <a16:creationId xmlns:a16="http://schemas.microsoft.com/office/drawing/2014/main" id="{A235EBAE-B09A-AD8F-6110-0FB0453BFE9A}"/>
              </a:ext>
            </a:extLst>
          </p:cNvPr>
          <p:cNvSpPr txBox="1"/>
          <p:nvPr/>
        </p:nvSpPr>
        <p:spPr>
          <a:xfrm>
            <a:off x="409354" y="171513"/>
            <a:ext cx="3290429" cy="461665"/>
          </a:xfrm>
          <a:prstGeom prst="rect">
            <a:avLst/>
          </a:prstGeom>
          <a:noFill/>
        </p:spPr>
        <p:txBody>
          <a:bodyPr wrap="square" rtlCol="0">
            <a:spAutoFit/>
          </a:bodyPr>
          <a:lstStyle/>
          <a:p>
            <a:r>
              <a:rPr lang="en-US" sz="2400" dirty="0">
                <a:solidFill>
                  <a:schemeClr val="accent6"/>
                </a:solidFill>
              </a:rPr>
              <a:t>E-R Diagram</a:t>
            </a:r>
            <a:endParaRPr lang="en-IN" sz="2400" dirty="0">
              <a:solidFill>
                <a:schemeClr val="accent6"/>
              </a:solidFill>
            </a:endParaRPr>
          </a:p>
        </p:txBody>
      </p:sp>
      <p:sp>
        <p:nvSpPr>
          <p:cNvPr id="64" name="Rectangle 63">
            <a:extLst>
              <a:ext uri="{FF2B5EF4-FFF2-40B4-BE49-F238E27FC236}">
                <a16:creationId xmlns:a16="http://schemas.microsoft.com/office/drawing/2014/main" id="{5ACF04A3-B459-2899-A663-0F61DFF91794}"/>
              </a:ext>
            </a:extLst>
          </p:cNvPr>
          <p:cNvSpPr/>
          <p:nvPr/>
        </p:nvSpPr>
        <p:spPr>
          <a:xfrm>
            <a:off x="9844540" y="6307589"/>
            <a:ext cx="1799773" cy="446214"/>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sz="1600" b="1" dirty="0"/>
              <a:t>ATDNC_REPORT</a:t>
            </a:r>
            <a:endParaRPr lang="en-IN" sz="1600" b="1" dirty="0"/>
          </a:p>
        </p:txBody>
      </p:sp>
      <p:cxnSp>
        <p:nvCxnSpPr>
          <p:cNvPr id="66" name="Straight Connector 65">
            <a:extLst>
              <a:ext uri="{FF2B5EF4-FFF2-40B4-BE49-F238E27FC236}">
                <a16:creationId xmlns:a16="http://schemas.microsoft.com/office/drawing/2014/main" id="{78CCFB3D-EBA9-E16B-4438-48CB78B5EB37}"/>
              </a:ext>
            </a:extLst>
          </p:cNvPr>
          <p:cNvCxnSpPr>
            <a:cxnSpLocks/>
            <a:stCxn id="19" idx="2"/>
          </p:cNvCxnSpPr>
          <p:nvPr/>
        </p:nvCxnSpPr>
        <p:spPr>
          <a:xfrm>
            <a:off x="6274481" y="6359070"/>
            <a:ext cx="0" cy="292101"/>
          </a:xfrm>
          <a:prstGeom prst="line">
            <a:avLst/>
          </a:prstGeom>
        </p:spPr>
        <p:style>
          <a:lnRef idx="2">
            <a:schemeClr val="accent6"/>
          </a:lnRef>
          <a:fillRef idx="0">
            <a:schemeClr val="accent6"/>
          </a:fillRef>
          <a:effectRef idx="1">
            <a:schemeClr val="accent6"/>
          </a:effectRef>
          <a:fontRef idx="minor">
            <a:schemeClr val="tx1"/>
          </a:fontRef>
        </p:style>
      </p:cxnSp>
      <p:cxnSp>
        <p:nvCxnSpPr>
          <p:cNvPr id="69" name="Straight Connector 68">
            <a:extLst>
              <a:ext uri="{FF2B5EF4-FFF2-40B4-BE49-F238E27FC236}">
                <a16:creationId xmlns:a16="http://schemas.microsoft.com/office/drawing/2014/main" id="{398234F7-A7B3-D761-7A54-0C70516E6799}"/>
              </a:ext>
            </a:extLst>
          </p:cNvPr>
          <p:cNvCxnSpPr>
            <a:cxnSpLocks/>
            <a:endCxn id="64" idx="1"/>
          </p:cNvCxnSpPr>
          <p:nvPr/>
        </p:nvCxnSpPr>
        <p:spPr>
          <a:xfrm flipV="1">
            <a:off x="6274481" y="6530696"/>
            <a:ext cx="3570059" cy="120475"/>
          </a:xfrm>
          <a:prstGeom prst="line">
            <a:avLst/>
          </a:prstGeom>
        </p:spPr>
        <p:style>
          <a:lnRef idx="2">
            <a:schemeClr val="accent6"/>
          </a:lnRef>
          <a:fillRef idx="0">
            <a:schemeClr val="accent6"/>
          </a:fillRef>
          <a:effectRef idx="1">
            <a:schemeClr val="accent6"/>
          </a:effectRef>
          <a:fontRef idx="minor">
            <a:schemeClr val="tx1"/>
          </a:fontRef>
        </p:style>
      </p:cxnSp>
    </p:spTree>
    <p:extLst>
      <p:ext uri="{BB962C8B-B14F-4D97-AF65-F5344CB8AC3E}">
        <p14:creationId xmlns:p14="http://schemas.microsoft.com/office/powerpoint/2010/main" val="34952619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9"/>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2"/>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28"/>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4"/>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6"/>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3"/>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27"/>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10"/>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0"/>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21"/>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nodeType="clickEffect">
                                  <p:stCondLst>
                                    <p:cond delay="0"/>
                                  </p:stCondLst>
                                  <p:childTnLst>
                                    <p:set>
                                      <p:cBhvr>
                                        <p:cTn id="40" dur="1" fill="hold">
                                          <p:stCondLst>
                                            <p:cond delay="0"/>
                                          </p:stCondLst>
                                        </p:cTn>
                                        <p:tgtEl>
                                          <p:spTgt spid="31"/>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12"/>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32"/>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9"/>
                                        </p:tgtEl>
                                        <p:attrNameLst>
                                          <p:attrName>style.visibility</p:attrName>
                                        </p:attrNameLst>
                                      </p:cBhvr>
                                      <p:to>
                                        <p:strVal val="visible"/>
                                      </p:to>
                                    </p:set>
                                  </p:childTnLst>
                                </p:cTn>
                              </p:par>
                            </p:childTnLst>
                          </p:cTn>
                        </p:par>
                      </p:childTnLst>
                    </p:cTn>
                  </p:par>
                  <p:par>
                    <p:cTn id="49" fill="hold">
                      <p:stCondLst>
                        <p:cond delay="indefinite"/>
                      </p:stCondLst>
                      <p:childTnLst>
                        <p:par>
                          <p:cTn id="50" fill="hold">
                            <p:stCondLst>
                              <p:cond delay="0"/>
                            </p:stCondLst>
                            <p:childTnLst>
                              <p:par>
                                <p:cTn id="51" presetID="1" presetClass="entr" presetSubtype="0" fill="hold" nodeType="clickEffect">
                                  <p:stCondLst>
                                    <p:cond delay="0"/>
                                  </p:stCondLst>
                                  <p:childTnLst>
                                    <p:set>
                                      <p:cBhvr>
                                        <p:cTn id="52" dur="1" fill="hold">
                                          <p:stCondLst>
                                            <p:cond delay="0"/>
                                          </p:stCondLst>
                                        </p:cTn>
                                        <p:tgtEl>
                                          <p:spTgt spid="41"/>
                                        </p:tgtEl>
                                        <p:attrNameLst>
                                          <p:attrName>style.visibility</p:attrName>
                                        </p:attrNameLst>
                                      </p:cBhvr>
                                      <p:to>
                                        <p:strVal val="visible"/>
                                      </p:to>
                                    </p:set>
                                  </p:childTnLst>
                                </p:cTn>
                              </p:par>
                              <p:par>
                                <p:cTn id="53" presetID="1" presetClass="entr" presetSubtype="0" fill="hold" nodeType="withEffect">
                                  <p:stCondLst>
                                    <p:cond delay="0"/>
                                  </p:stCondLst>
                                  <p:childTnLst>
                                    <p:set>
                                      <p:cBhvr>
                                        <p:cTn id="54" dur="1" fill="hold">
                                          <p:stCondLst>
                                            <p:cond delay="0"/>
                                          </p:stCondLst>
                                        </p:cTn>
                                        <p:tgtEl>
                                          <p:spTgt spid="40"/>
                                        </p:tgtEl>
                                        <p:attrNameLst>
                                          <p:attrName>style.visibility</p:attrName>
                                        </p:attrNameLst>
                                      </p:cBhvr>
                                      <p:to>
                                        <p:strVal val="visible"/>
                                      </p:to>
                                    </p:set>
                                  </p:childTnLst>
                                </p:cTn>
                              </p:par>
                              <p:par>
                                <p:cTn id="55" presetID="1" presetClass="entr" presetSubtype="0" fill="hold" nodeType="withEffect">
                                  <p:stCondLst>
                                    <p:cond delay="0"/>
                                  </p:stCondLst>
                                  <p:childTnLst>
                                    <p:set>
                                      <p:cBhvr>
                                        <p:cTn id="56" dur="1" fill="hold">
                                          <p:stCondLst>
                                            <p:cond delay="0"/>
                                          </p:stCondLst>
                                        </p:cTn>
                                        <p:tgtEl>
                                          <p:spTgt spid="39"/>
                                        </p:tgtEl>
                                        <p:attrNameLst>
                                          <p:attrName>style.visibility</p:attrName>
                                        </p:attrNameLst>
                                      </p:cBhvr>
                                      <p:to>
                                        <p:strVal val="visible"/>
                                      </p:to>
                                    </p:set>
                                  </p:childTnLst>
                                </p:cTn>
                              </p:par>
                              <p:par>
                                <p:cTn id="57" presetID="1" presetClass="entr" presetSubtype="0" fill="hold" grpId="0" nodeType="withEffect">
                                  <p:stCondLst>
                                    <p:cond delay="0"/>
                                  </p:stCondLst>
                                  <p:childTnLst>
                                    <p:set>
                                      <p:cBhvr>
                                        <p:cTn id="58" dur="1" fill="hold">
                                          <p:stCondLst>
                                            <p:cond delay="0"/>
                                          </p:stCondLst>
                                        </p:cTn>
                                        <p:tgtEl>
                                          <p:spTgt spid="20"/>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nodeType="clickEffect">
                                  <p:stCondLst>
                                    <p:cond delay="0"/>
                                  </p:stCondLst>
                                  <p:childTnLst>
                                    <p:set>
                                      <p:cBhvr>
                                        <p:cTn id="62" dur="1" fill="hold">
                                          <p:stCondLst>
                                            <p:cond delay="0"/>
                                          </p:stCondLst>
                                        </p:cTn>
                                        <p:tgtEl>
                                          <p:spTgt spid="36"/>
                                        </p:tgtEl>
                                        <p:attrNameLst>
                                          <p:attrName>style.visibility</p:attrName>
                                        </p:attrNameLst>
                                      </p:cBhvr>
                                      <p:to>
                                        <p:strVal val="visible"/>
                                      </p:to>
                                    </p:set>
                                  </p:childTnLst>
                                </p:cTn>
                              </p:par>
                              <p:par>
                                <p:cTn id="63" presetID="1" presetClass="entr" presetSubtype="0" fill="hold" grpId="0" nodeType="withEffect">
                                  <p:stCondLst>
                                    <p:cond delay="0"/>
                                  </p:stCondLst>
                                  <p:childTnLst>
                                    <p:set>
                                      <p:cBhvr>
                                        <p:cTn id="64" dur="1" fill="hold">
                                          <p:stCondLst>
                                            <p:cond delay="0"/>
                                          </p:stCondLst>
                                        </p:cTn>
                                        <p:tgtEl>
                                          <p:spTgt spid="5"/>
                                        </p:tgtEl>
                                        <p:attrNameLst>
                                          <p:attrName>style.visibility</p:attrName>
                                        </p:attrNameLst>
                                      </p:cBhvr>
                                      <p:to>
                                        <p:strVal val="visible"/>
                                      </p:to>
                                    </p:set>
                                  </p:childTnLst>
                                </p:cTn>
                              </p:par>
                            </p:childTnLst>
                          </p:cTn>
                        </p:par>
                      </p:childTnLst>
                    </p:cTn>
                  </p:par>
                  <p:par>
                    <p:cTn id="65" fill="hold">
                      <p:stCondLst>
                        <p:cond delay="indefinite"/>
                      </p:stCondLst>
                      <p:childTnLst>
                        <p:par>
                          <p:cTn id="66" fill="hold">
                            <p:stCondLst>
                              <p:cond delay="0"/>
                            </p:stCondLst>
                            <p:childTnLst>
                              <p:par>
                                <p:cTn id="67" presetID="1" presetClass="entr" presetSubtype="0" fill="hold" nodeType="clickEffect">
                                  <p:stCondLst>
                                    <p:cond delay="0"/>
                                  </p:stCondLst>
                                  <p:childTnLst>
                                    <p:set>
                                      <p:cBhvr>
                                        <p:cTn id="68" dur="1" fill="hold">
                                          <p:stCondLst>
                                            <p:cond delay="0"/>
                                          </p:stCondLst>
                                        </p:cTn>
                                        <p:tgtEl>
                                          <p:spTgt spid="35"/>
                                        </p:tgtEl>
                                        <p:attrNameLst>
                                          <p:attrName>style.visibility</p:attrName>
                                        </p:attrNameLst>
                                      </p:cBhvr>
                                      <p:to>
                                        <p:strVal val="visible"/>
                                      </p:to>
                                    </p:set>
                                  </p:childTnLst>
                                </p:cTn>
                              </p:par>
                              <p:par>
                                <p:cTn id="69" presetID="1" presetClass="entr" presetSubtype="0" fill="hold" grpId="0" nodeType="withEffect">
                                  <p:stCondLst>
                                    <p:cond delay="0"/>
                                  </p:stCondLst>
                                  <p:childTnLst>
                                    <p:set>
                                      <p:cBhvr>
                                        <p:cTn id="70" dur="1" fill="hold">
                                          <p:stCondLst>
                                            <p:cond delay="0"/>
                                          </p:stCondLst>
                                        </p:cTn>
                                        <p:tgtEl>
                                          <p:spTgt spid="8"/>
                                        </p:tgtEl>
                                        <p:attrNameLst>
                                          <p:attrName>style.visibility</p:attrName>
                                        </p:attrNameLst>
                                      </p:cBhvr>
                                      <p:to>
                                        <p:strVal val="visible"/>
                                      </p:to>
                                    </p:set>
                                  </p:childTnLst>
                                </p:cTn>
                              </p:par>
                            </p:childTnLst>
                          </p:cTn>
                        </p:par>
                      </p:childTnLst>
                    </p:cTn>
                  </p:par>
                  <p:par>
                    <p:cTn id="71" fill="hold">
                      <p:stCondLst>
                        <p:cond delay="indefinite"/>
                      </p:stCondLst>
                      <p:childTnLst>
                        <p:par>
                          <p:cTn id="72" fill="hold">
                            <p:stCondLst>
                              <p:cond delay="0"/>
                            </p:stCondLst>
                            <p:childTnLst>
                              <p:par>
                                <p:cTn id="73" presetID="1" presetClass="entr" presetSubtype="0" fill="hold" nodeType="clickEffect">
                                  <p:stCondLst>
                                    <p:cond delay="0"/>
                                  </p:stCondLst>
                                  <p:childTnLst>
                                    <p:set>
                                      <p:cBhvr>
                                        <p:cTn id="74" dur="1" fill="hold">
                                          <p:stCondLst>
                                            <p:cond delay="0"/>
                                          </p:stCondLst>
                                        </p:cTn>
                                        <p:tgtEl>
                                          <p:spTgt spid="48"/>
                                        </p:tgtEl>
                                        <p:attrNameLst>
                                          <p:attrName>style.visibility</p:attrName>
                                        </p:attrNameLst>
                                      </p:cBhvr>
                                      <p:to>
                                        <p:strVal val="visible"/>
                                      </p:to>
                                    </p:set>
                                  </p:childTnLst>
                                </p:cTn>
                              </p:par>
                              <p:par>
                                <p:cTn id="75" presetID="1" presetClass="entr" presetSubtype="0" fill="hold" nodeType="withEffect">
                                  <p:stCondLst>
                                    <p:cond delay="0"/>
                                  </p:stCondLst>
                                  <p:childTnLst>
                                    <p:set>
                                      <p:cBhvr>
                                        <p:cTn id="76" dur="1" fill="hold">
                                          <p:stCondLst>
                                            <p:cond delay="0"/>
                                          </p:stCondLst>
                                        </p:cTn>
                                        <p:tgtEl>
                                          <p:spTgt spid="49"/>
                                        </p:tgtEl>
                                        <p:attrNameLst>
                                          <p:attrName>style.visibility</p:attrName>
                                        </p:attrNameLst>
                                      </p:cBhvr>
                                      <p:to>
                                        <p:strVal val="visible"/>
                                      </p:to>
                                    </p:set>
                                  </p:childTnLst>
                                </p:cTn>
                              </p:par>
                              <p:par>
                                <p:cTn id="77" presetID="1" presetClass="entr" presetSubtype="0" fill="hold" grpId="0" nodeType="withEffect">
                                  <p:stCondLst>
                                    <p:cond delay="0"/>
                                  </p:stCondLst>
                                  <p:childTnLst>
                                    <p:set>
                                      <p:cBhvr>
                                        <p:cTn id="78" dur="1" fill="hold">
                                          <p:stCondLst>
                                            <p:cond delay="0"/>
                                          </p:stCondLst>
                                        </p:cTn>
                                        <p:tgtEl>
                                          <p:spTgt spid="13"/>
                                        </p:tgtEl>
                                        <p:attrNameLst>
                                          <p:attrName>style.visibility</p:attrName>
                                        </p:attrNameLst>
                                      </p:cBhvr>
                                      <p:to>
                                        <p:strVal val="visible"/>
                                      </p:to>
                                    </p:set>
                                  </p:childTnLst>
                                </p:cTn>
                              </p:par>
                            </p:childTnLst>
                          </p:cTn>
                        </p:par>
                      </p:childTnLst>
                    </p:cTn>
                  </p:par>
                  <p:par>
                    <p:cTn id="79" fill="hold">
                      <p:stCondLst>
                        <p:cond delay="indefinite"/>
                      </p:stCondLst>
                      <p:childTnLst>
                        <p:par>
                          <p:cTn id="80" fill="hold">
                            <p:stCondLst>
                              <p:cond delay="0"/>
                            </p:stCondLst>
                            <p:childTnLst>
                              <p:par>
                                <p:cTn id="81" presetID="1" presetClass="entr" presetSubtype="0" fill="hold" nodeType="clickEffect">
                                  <p:stCondLst>
                                    <p:cond delay="0"/>
                                  </p:stCondLst>
                                  <p:childTnLst>
                                    <p:set>
                                      <p:cBhvr>
                                        <p:cTn id="82" dur="1" fill="hold">
                                          <p:stCondLst>
                                            <p:cond delay="0"/>
                                          </p:stCondLst>
                                        </p:cTn>
                                        <p:tgtEl>
                                          <p:spTgt spid="56"/>
                                        </p:tgtEl>
                                        <p:attrNameLst>
                                          <p:attrName>style.visibility</p:attrName>
                                        </p:attrNameLst>
                                      </p:cBhvr>
                                      <p:to>
                                        <p:strVal val="visible"/>
                                      </p:to>
                                    </p:set>
                                  </p:childTnLst>
                                </p:cTn>
                              </p:par>
                              <p:par>
                                <p:cTn id="83" presetID="1" presetClass="entr" presetSubtype="0" fill="hold" grpId="0" nodeType="withEffect">
                                  <p:stCondLst>
                                    <p:cond delay="0"/>
                                  </p:stCondLst>
                                  <p:childTnLst>
                                    <p:set>
                                      <p:cBhvr>
                                        <p:cTn id="84" dur="1" fill="hold">
                                          <p:stCondLst>
                                            <p:cond delay="0"/>
                                          </p:stCondLst>
                                        </p:cTn>
                                        <p:tgtEl>
                                          <p:spTgt spid="22"/>
                                        </p:tgtEl>
                                        <p:attrNameLst>
                                          <p:attrName>style.visibility</p:attrName>
                                        </p:attrNameLst>
                                      </p:cBhvr>
                                      <p:to>
                                        <p:strVal val="visible"/>
                                      </p:to>
                                    </p:set>
                                  </p:childTnLst>
                                </p:cTn>
                              </p:par>
                            </p:childTnLst>
                          </p:cTn>
                        </p:par>
                      </p:childTnLst>
                    </p:cTn>
                  </p:par>
                  <p:par>
                    <p:cTn id="85" fill="hold">
                      <p:stCondLst>
                        <p:cond delay="indefinite"/>
                      </p:stCondLst>
                      <p:childTnLst>
                        <p:par>
                          <p:cTn id="86" fill="hold">
                            <p:stCondLst>
                              <p:cond delay="0"/>
                            </p:stCondLst>
                            <p:childTnLst>
                              <p:par>
                                <p:cTn id="87" presetID="1" presetClass="entr" presetSubtype="0" fill="hold" nodeType="clickEffect">
                                  <p:stCondLst>
                                    <p:cond delay="0"/>
                                  </p:stCondLst>
                                  <p:childTnLst>
                                    <p:set>
                                      <p:cBhvr>
                                        <p:cTn id="88" dur="1" fill="hold">
                                          <p:stCondLst>
                                            <p:cond delay="0"/>
                                          </p:stCondLst>
                                        </p:cTn>
                                        <p:tgtEl>
                                          <p:spTgt spid="42"/>
                                        </p:tgtEl>
                                        <p:attrNameLst>
                                          <p:attrName>style.visibility</p:attrName>
                                        </p:attrNameLst>
                                      </p:cBhvr>
                                      <p:to>
                                        <p:strVal val="visible"/>
                                      </p:to>
                                    </p:set>
                                  </p:childTnLst>
                                </p:cTn>
                              </p:par>
                              <p:par>
                                <p:cTn id="89" presetID="1" presetClass="entr" presetSubtype="0" fill="hold" nodeType="withEffect">
                                  <p:stCondLst>
                                    <p:cond delay="0"/>
                                  </p:stCondLst>
                                  <p:childTnLst>
                                    <p:set>
                                      <p:cBhvr>
                                        <p:cTn id="90" dur="1" fill="hold">
                                          <p:stCondLst>
                                            <p:cond delay="0"/>
                                          </p:stCondLst>
                                        </p:cTn>
                                        <p:tgtEl>
                                          <p:spTgt spid="44"/>
                                        </p:tgtEl>
                                        <p:attrNameLst>
                                          <p:attrName>style.visibility</p:attrName>
                                        </p:attrNameLst>
                                      </p:cBhvr>
                                      <p:to>
                                        <p:strVal val="visible"/>
                                      </p:to>
                                    </p:set>
                                  </p:childTnLst>
                                </p:cTn>
                              </p:par>
                              <p:par>
                                <p:cTn id="91" presetID="1" presetClass="entr" presetSubtype="0" fill="hold" nodeType="withEffect">
                                  <p:stCondLst>
                                    <p:cond delay="0"/>
                                  </p:stCondLst>
                                  <p:childTnLst>
                                    <p:set>
                                      <p:cBhvr>
                                        <p:cTn id="92" dur="1" fill="hold">
                                          <p:stCondLst>
                                            <p:cond delay="0"/>
                                          </p:stCondLst>
                                        </p:cTn>
                                        <p:tgtEl>
                                          <p:spTgt spid="43"/>
                                        </p:tgtEl>
                                        <p:attrNameLst>
                                          <p:attrName>style.visibility</p:attrName>
                                        </p:attrNameLst>
                                      </p:cBhvr>
                                      <p:to>
                                        <p:strVal val="visible"/>
                                      </p:to>
                                    </p:set>
                                  </p:childTnLst>
                                </p:cTn>
                              </p:par>
                            </p:childTnLst>
                          </p:cTn>
                        </p:par>
                      </p:childTnLst>
                    </p:cTn>
                  </p:par>
                  <p:par>
                    <p:cTn id="93" fill="hold">
                      <p:stCondLst>
                        <p:cond delay="indefinite"/>
                      </p:stCondLst>
                      <p:childTnLst>
                        <p:par>
                          <p:cTn id="94" fill="hold">
                            <p:stCondLst>
                              <p:cond delay="0"/>
                            </p:stCondLst>
                            <p:childTnLst>
                              <p:par>
                                <p:cTn id="95" presetID="1" presetClass="entr" presetSubtype="0" fill="hold" nodeType="clickEffect">
                                  <p:stCondLst>
                                    <p:cond delay="0"/>
                                  </p:stCondLst>
                                  <p:childTnLst>
                                    <p:set>
                                      <p:cBhvr>
                                        <p:cTn id="96" dur="1" fill="hold">
                                          <p:stCondLst>
                                            <p:cond delay="0"/>
                                          </p:stCondLst>
                                        </p:cTn>
                                        <p:tgtEl>
                                          <p:spTgt spid="52"/>
                                        </p:tgtEl>
                                        <p:attrNameLst>
                                          <p:attrName>style.visibility</p:attrName>
                                        </p:attrNameLst>
                                      </p:cBhvr>
                                      <p:to>
                                        <p:strVal val="visible"/>
                                      </p:to>
                                    </p:set>
                                  </p:childTnLst>
                                </p:cTn>
                              </p:par>
                              <p:par>
                                <p:cTn id="97" presetID="1" presetClass="entr" presetSubtype="0" fill="hold" nodeType="withEffect">
                                  <p:stCondLst>
                                    <p:cond delay="0"/>
                                  </p:stCondLst>
                                  <p:childTnLst>
                                    <p:set>
                                      <p:cBhvr>
                                        <p:cTn id="98" dur="1" fill="hold">
                                          <p:stCondLst>
                                            <p:cond delay="0"/>
                                          </p:stCondLst>
                                        </p:cTn>
                                        <p:tgtEl>
                                          <p:spTgt spid="53"/>
                                        </p:tgtEl>
                                        <p:attrNameLst>
                                          <p:attrName>style.visibility</p:attrName>
                                        </p:attrNameLst>
                                      </p:cBhvr>
                                      <p:to>
                                        <p:strVal val="visible"/>
                                      </p:to>
                                    </p:set>
                                  </p:childTnLst>
                                </p:cTn>
                              </p:par>
                              <p:par>
                                <p:cTn id="99" presetID="1" presetClass="entr" presetSubtype="0" fill="hold" nodeType="withEffect">
                                  <p:stCondLst>
                                    <p:cond delay="0"/>
                                  </p:stCondLst>
                                  <p:childTnLst>
                                    <p:set>
                                      <p:cBhvr>
                                        <p:cTn id="100" dur="1" fill="hold">
                                          <p:stCondLst>
                                            <p:cond delay="0"/>
                                          </p:stCondLst>
                                        </p:cTn>
                                        <p:tgtEl>
                                          <p:spTgt spid="54"/>
                                        </p:tgtEl>
                                        <p:attrNameLst>
                                          <p:attrName>style.visibility</p:attrName>
                                        </p:attrNameLst>
                                      </p:cBhvr>
                                      <p:to>
                                        <p:strVal val="visible"/>
                                      </p:to>
                                    </p:set>
                                  </p:childTnLst>
                                </p:cTn>
                              </p:par>
                              <p:par>
                                <p:cTn id="101" presetID="1" presetClass="entr" presetSubtype="0" fill="hold" grpId="0" nodeType="withEffect">
                                  <p:stCondLst>
                                    <p:cond delay="0"/>
                                  </p:stCondLst>
                                  <p:childTnLst>
                                    <p:set>
                                      <p:cBhvr>
                                        <p:cTn id="102" dur="1" fill="hold">
                                          <p:stCondLst>
                                            <p:cond delay="0"/>
                                          </p:stCondLst>
                                        </p:cTn>
                                        <p:tgtEl>
                                          <p:spTgt spid="19"/>
                                        </p:tgtEl>
                                        <p:attrNameLst>
                                          <p:attrName>style.visibility</p:attrName>
                                        </p:attrNameLst>
                                      </p:cBhvr>
                                      <p:to>
                                        <p:strVal val="visible"/>
                                      </p:to>
                                    </p:set>
                                  </p:childTnLst>
                                </p:cTn>
                              </p:par>
                            </p:childTnLst>
                          </p:cTn>
                        </p:par>
                      </p:childTnLst>
                    </p:cTn>
                  </p:par>
                  <p:par>
                    <p:cTn id="103" fill="hold">
                      <p:stCondLst>
                        <p:cond delay="indefinite"/>
                      </p:stCondLst>
                      <p:childTnLst>
                        <p:par>
                          <p:cTn id="104" fill="hold">
                            <p:stCondLst>
                              <p:cond delay="0"/>
                            </p:stCondLst>
                            <p:childTnLst>
                              <p:par>
                                <p:cTn id="105" presetID="1" presetClass="entr" presetSubtype="0" fill="hold" nodeType="clickEffect">
                                  <p:stCondLst>
                                    <p:cond delay="0"/>
                                  </p:stCondLst>
                                  <p:childTnLst>
                                    <p:set>
                                      <p:cBhvr>
                                        <p:cTn id="106" dur="1" fill="hold">
                                          <p:stCondLst>
                                            <p:cond delay="0"/>
                                          </p:stCondLst>
                                        </p:cTn>
                                        <p:tgtEl>
                                          <p:spTgt spid="33"/>
                                        </p:tgtEl>
                                        <p:attrNameLst>
                                          <p:attrName>style.visibility</p:attrName>
                                        </p:attrNameLst>
                                      </p:cBhvr>
                                      <p:to>
                                        <p:strVal val="visible"/>
                                      </p:to>
                                    </p:set>
                                  </p:childTnLst>
                                </p:cTn>
                              </p:par>
                              <p:par>
                                <p:cTn id="107" presetID="1" presetClass="entr" presetSubtype="0" fill="hold" grpId="0" nodeType="withEffect">
                                  <p:stCondLst>
                                    <p:cond delay="0"/>
                                  </p:stCondLst>
                                  <p:childTnLst>
                                    <p:set>
                                      <p:cBhvr>
                                        <p:cTn id="108" dur="1" fill="hold">
                                          <p:stCondLst>
                                            <p:cond delay="0"/>
                                          </p:stCondLst>
                                        </p:cTn>
                                        <p:tgtEl>
                                          <p:spTgt spid="6"/>
                                        </p:tgtEl>
                                        <p:attrNameLst>
                                          <p:attrName>style.visibility</p:attrName>
                                        </p:attrNameLst>
                                      </p:cBhvr>
                                      <p:to>
                                        <p:strVal val="visible"/>
                                      </p:to>
                                    </p:set>
                                  </p:childTnLst>
                                </p:cTn>
                              </p:par>
                            </p:childTnLst>
                          </p:cTn>
                        </p:par>
                      </p:childTnLst>
                    </p:cTn>
                  </p:par>
                  <p:par>
                    <p:cTn id="109" fill="hold">
                      <p:stCondLst>
                        <p:cond delay="indefinite"/>
                      </p:stCondLst>
                      <p:childTnLst>
                        <p:par>
                          <p:cTn id="110" fill="hold">
                            <p:stCondLst>
                              <p:cond delay="0"/>
                            </p:stCondLst>
                            <p:childTnLst>
                              <p:par>
                                <p:cTn id="111" presetID="1" presetClass="entr" presetSubtype="0" fill="hold" nodeType="clickEffect">
                                  <p:stCondLst>
                                    <p:cond delay="0"/>
                                  </p:stCondLst>
                                  <p:childTnLst>
                                    <p:set>
                                      <p:cBhvr>
                                        <p:cTn id="112" dur="1" fill="hold">
                                          <p:stCondLst>
                                            <p:cond delay="0"/>
                                          </p:stCondLst>
                                        </p:cTn>
                                        <p:tgtEl>
                                          <p:spTgt spid="51"/>
                                        </p:tgtEl>
                                        <p:attrNameLst>
                                          <p:attrName>style.visibility</p:attrName>
                                        </p:attrNameLst>
                                      </p:cBhvr>
                                      <p:to>
                                        <p:strVal val="visible"/>
                                      </p:to>
                                    </p:set>
                                  </p:childTnLst>
                                </p:cTn>
                              </p:par>
                              <p:par>
                                <p:cTn id="113" presetID="1" presetClass="entr" presetSubtype="0" fill="hold" nodeType="withEffect">
                                  <p:stCondLst>
                                    <p:cond delay="0"/>
                                  </p:stCondLst>
                                  <p:childTnLst>
                                    <p:set>
                                      <p:cBhvr>
                                        <p:cTn id="114" dur="1" fill="hold">
                                          <p:stCondLst>
                                            <p:cond delay="0"/>
                                          </p:stCondLst>
                                        </p:cTn>
                                        <p:tgtEl>
                                          <p:spTgt spid="50"/>
                                        </p:tgtEl>
                                        <p:attrNameLst>
                                          <p:attrName>style.visibility</p:attrName>
                                        </p:attrNameLst>
                                      </p:cBhvr>
                                      <p:to>
                                        <p:strVal val="visible"/>
                                      </p:to>
                                    </p:set>
                                  </p:childTnLst>
                                </p:cTn>
                              </p:par>
                              <p:par>
                                <p:cTn id="115" presetID="1" presetClass="entr" presetSubtype="0" fill="hold" grpId="0" nodeType="withEffect">
                                  <p:stCondLst>
                                    <p:cond delay="0"/>
                                  </p:stCondLst>
                                  <p:childTnLst>
                                    <p:set>
                                      <p:cBhvr>
                                        <p:cTn id="116" dur="1" fill="hold">
                                          <p:stCondLst>
                                            <p:cond delay="0"/>
                                          </p:stCondLst>
                                        </p:cTn>
                                        <p:tgtEl>
                                          <p:spTgt spid="17"/>
                                        </p:tgtEl>
                                        <p:attrNameLst>
                                          <p:attrName>style.visibility</p:attrName>
                                        </p:attrNameLst>
                                      </p:cBhvr>
                                      <p:to>
                                        <p:strVal val="visible"/>
                                      </p:to>
                                    </p:set>
                                  </p:childTnLst>
                                </p:cTn>
                              </p:par>
                              <p:par>
                                <p:cTn id="117" presetID="1" presetClass="entr" presetSubtype="0" fill="hold" nodeType="withEffect">
                                  <p:stCondLst>
                                    <p:cond delay="0"/>
                                  </p:stCondLst>
                                  <p:childTnLst>
                                    <p:set>
                                      <p:cBhvr>
                                        <p:cTn id="118" dur="1" fill="hold">
                                          <p:stCondLst>
                                            <p:cond delay="0"/>
                                          </p:stCondLst>
                                        </p:cTn>
                                        <p:tgtEl>
                                          <p:spTgt spid="55"/>
                                        </p:tgtEl>
                                        <p:attrNameLst>
                                          <p:attrName>style.visibility</p:attrName>
                                        </p:attrNameLst>
                                      </p:cBhvr>
                                      <p:to>
                                        <p:strVal val="visible"/>
                                      </p:to>
                                    </p:set>
                                  </p:childTnLst>
                                </p:cTn>
                              </p:par>
                            </p:childTnLst>
                          </p:cTn>
                        </p:par>
                      </p:childTnLst>
                    </p:cTn>
                  </p:par>
                  <p:par>
                    <p:cTn id="119" fill="hold">
                      <p:stCondLst>
                        <p:cond delay="indefinite"/>
                      </p:stCondLst>
                      <p:childTnLst>
                        <p:par>
                          <p:cTn id="120" fill="hold">
                            <p:stCondLst>
                              <p:cond delay="0"/>
                            </p:stCondLst>
                            <p:childTnLst>
                              <p:par>
                                <p:cTn id="121" presetID="1" presetClass="entr" presetSubtype="0" fill="hold" nodeType="clickEffect">
                                  <p:stCondLst>
                                    <p:cond delay="0"/>
                                  </p:stCondLst>
                                  <p:childTnLst>
                                    <p:set>
                                      <p:cBhvr>
                                        <p:cTn id="122" dur="1" fill="hold">
                                          <p:stCondLst>
                                            <p:cond delay="0"/>
                                          </p:stCondLst>
                                        </p:cTn>
                                        <p:tgtEl>
                                          <p:spTgt spid="34"/>
                                        </p:tgtEl>
                                        <p:attrNameLst>
                                          <p:attrName>style.visibility</p:attrName>
                                        </p:attrNameLst>
                                      </p:cBhvr>
                                      <p:to>
                                        <p:strVal val="visible"/>
                                      </p:to>
                                    </p:set>
                                  </p:childTnLst>
                                </p:cTn>
                              </p:par>
                              <p:par>
                                <p:cTn id="123" presetID="1" presetClass="entr" presetSubtype="0" fill="hold" grpId="0" nodeType="withEffect">
                                  <p:stCondLst>
                                    <p:cond delay="0"/>
                                  </p:stCondLst>
                                  <p:childTnLst>
                                    <p:set>
                                      <p:cBhvr>
                                        <p:cTn id="124" dur="1" fill="hold">
                                          <p:stCondLst>
                                            <p:cond delay="0"/>
                                          </p:stCondLst>
                                        </p:cTn>
                                        <p:tgtEl>
                                          <p:spTgt spid="11"/>
                                        </p:tgtEl>
                                        <p:attrNameLst>
                                          <p:attrName>style.visibility</p:attrName>
                                        </p:attrNameLst>
                                      </p:cBhvr>
                                      <p:to>
                                        <p:strVal val="visible"/>
                                      </p:to>
                                    </p:set>
                                  </p:childTnLst>
                                </p:cTn>
                              </p:par>
                            </p:childTnLst>
                          </p:cTn>
                        </p:par>
                      </p:childTnLst>
                    </p:cTn>
                  </p:par>
                  <p:par>
                    <p:cTn id="125" fill="hold">
                      <p:stCondLst>
                        <p:cond delay="indefinite"/>
                      </p:stCondLst>
                      <p:childTnLst>
                        <p:par>
                          <p:cTn id="126" fill="hold">
                            <p:stCondLst>
                              <p:cond delay="0"/>
                            </p:stCondLst>
                            <p:childTnLst>
                              <p:par>
                                <p:cTn id="127" presetID="1" presetClass="entr" presetSubtype="0" fill="hold" nodeType="clickEffect">
                                  <p:stCondLst>
                                    <p:cond delay="0"/>
                                  </p:stCondLst>
                                  <p:childTnLst>
                                    <p:set>
                                      <p:cBhvr>
                                        <p:cTn id="128" dur="1" fill="hold">
                                          <p:stCondLst>
                                            <p:cond delay="0"/>
                                          </p:stCondLst>
                                        </p:cTn>
                                        <p:tgtEl>
                                          <p:spTgt spid="45"/>
                                        </p:tgtEl>
                                        <p:attrNameLst>
                                          <p:attrName>style.visibility</p:attrName>
                                        </p:attrNameLst>
                                      </p:cBhvr>
                                      <p:to>
                                        <p:strVal val="visible"/>
                                      </p:to>
                                    </p:set>
                                  </p:childTnLst>
                                </p:cTn>
                              </p:par>
                              <p:par>
                                <p:cTn id="129" presetID="1" presetClass="entr" presetSubtype="0" fill="hold" nodeType="withEffect">
                                  <p:stCondLst>
                                    <p:cond delay="0"/>
                                  </p:stCondLst>
                                  <p:childTnLst>
                                    <p:set>
                                      <p:cBhvr>
                                        <p:cTn id="130" dur="1" fill="hold">
                                          <p:stCondLst>
                                            <p:cond delay="0"/>
                                          </p:stCondLst>
                                        </p:cTn>
                                        <p:tgtEl>
                                          <p:spTgt spid="46"/>
                                        </p:tgtEl>
                                        <p:attrNameLst>
                                          <p:attrName>style.visibility</p:attrName>
                                        </p:attrNameLst>
                                      </p:cBhvr>
                                      <p:to>
                                        <p:strVal val="visible"/>
                                      </p:to>
                                    </p:set>
                                  </p:childTnLst>
                                </p:cTn>
                              </p:par>
                              <p:par>
                                <p:cTn id="131" presetID="1" presetClass="entr" presetSubtype="0" fill="hold" nodeType="withEffect">
                                  <p:stCondLst>
                                    <p:cond delay="0"/>
                                  </p:stCondLst>
                                  <p:childTnLst>
                                    <p:set>
                                      <p:cBhvr>
                                        <p:cTn id="132" dur="1" fill="hold">
                                          <p:stCondLst>
                                            <p:cond delay="0"/>
                                          </p:stCondLst>
                                        </p:cTn>
                                        <p:tgtEl>
                                          <p:spTgt spid="47"/>
                                        </p:tgtEl>
                                        <p:attrNameLst>
                                          <p:attrName>style.visibility</p:attrName>
                                        </p:attrNameLst>
                                      </p:cBhvr>
                                      <p:to>
                                        <p:strVal val="visible"/>
                                      </p:to>
                                    </p:set>
                                  </p:childTnLst>
                                </p:cTn>
                              </p:par>
                            </p:childTnLst>
                          </p:cTn>
                        </p:par>
                      </p:childTnLst>
                    </p:cTn>
                  </p:par>
                  <p:par>
                    <p:cTn id="133" fill="hold">
                      <p:stCondLst>
                        <p:cond delay="indefinite"/>
                      </p:stCondLst>
                      <p:childTnLst>
                        <p:par>
                          <p:cTn id="134" fill="hold">
                            <p:stCondLst>
                              <p:cond delay="0"/>
                            </p:stCondLst>
                            <p:childTnLst>
                              <p:par>
                                <p:cTn id="135" presetID="1" presetClass="entr" presetSubtype="0" fill="hold" nodeType="clickEffect">
                                  <p:stCondLst>
                                    <p:cond delay="0"/>
                                  </p:stCondLst>
                                  <p:childTnLst>
                                    <p:set>
                                      <p:cBhvr>
                                        <p:cTn id="136" dur="1" fill="hold">
                                          <p:stCondLst>
                                            <p:cond delay="0"/>
                                          </p:stCondLst>
                                        </p:cTn>
                                        <p:tgtEl>
                                          <p:spTgt spid="66"/>
                                        </p:tgtEl>
                                        <p:attrNameLst>
                                          <p:attrName>style.visibility</p:attrName>
                                        </p:attrNameLst>
                                      </p:cBhvr>
                                      <p:to>
                                        <p:strVal val="visible"/>
                                      </p:to>
                                    </p:set>
                                  </p:childTnLst>
                                </p:cTn>
                              </p:par>
                              <p:par>
                                <p:cTn id="137" presetID="1" presetClass="entr" presetSubtype="0" fill="hold" nodeType="withEffect">
                                  <p:stCondLst>
                                    <p:cond delay="0"/>
                                  </p:stCondLst>
                                  <p:childTnLst>
                                    <p:set>
                                      <p:cBhvr>
                                        <p:cTn id="138" dur="1" fill="hold">
                                          <p:stCondLst>
                                            <p:cond delay="0"/>
                                          </p:stCondLst>
                                        </p:cTn>
                                        <p:tgtEl>
                                          <p:spTgt spid="69"/>
                                        </p:tgtEl>
                                        <p:attrNameLst>
                                          <p:attrName>style.visibility</p:attrName>
                                        </p:attrNameLst>
                                      </p:cBhvr>
                                      <p:to>
                                        <p:strVal val="visible"/>
                                      </p:to>
                                    </p:set>
                                  </p:childTnLst>
                                </p:cTn>
                              </p:par>
                              <p:par>
                                <p:cTn id="139" presetID="1" presetClass="entr" presetSubtype="0" fill="hold" grpId="0" nodeType="withEffect">
                                  <p:stCondLst>
                                    <p:cond delay="0"/>
                                  </p:stCondLst>
                                  <p:childTnLst>
                                    <p:set>
                                      <p:cBhvr>
                                        <p:cTn id="140" dur="1" fill="hold">
                                          <p:stCondLst>
                                            <p:cond delay="0"/>
                                          </p:stCondLst>
                                        </p:cTn>
                                        <p:tgtEl>
                                          <p:spTgt spid="64"/>
                                        </p:tgtEl>
                                        <p:attrNameLst>
                                          <p:attrName>style.visibility</p:attrName>
                                        </p:attrNameLst>
                                      </p:cBhvr>
                                      <p:to>
                                        <p:strVal val="visible"/>
                                      </p:to>
                                    </p:set>
                                  </p:childTnLst>
                                </p:cTn>
                              </p:par>
                            </p:childTnLst>
                          </p:cTn>
                        </p:par>
                      </p:childTnLst>
                    </p:cTn>
                  </p:par>
                  <p:par>
                    <p:cTn id="141" fill="hold">
                      <p:stCondLst>
                        <p:cond delay="indefinite"/>
                      </p:stCondLst>
                      <p:childTnLst>
                        <p:par>
                          <p:cTn id="142" fill="hold">
                            <p:stCondLst>
                              <p:cond delay="0"/>
                            </p:stCondLst>
                            <p:childTnLst>
                              <p:par>
                                <p:cTn id="143" presetID="1" presetClass="entr" presetSubtype="0" fill="hold" nodeType="clickEffect">
                                  <p:stCondLst>
                                    <p:cond delay="0"/>
                                  </p:stCondLst>
                                  <p:childTnLst>
                                    <p:set>
                                      <p:cBhvr>
                                        <p:cTn id="144" dur="1" fill="hold">
                                          <p:stCondLst>
                                            <p:cond delay="0"/>
                                          </p:stCondLst>
                                        </p:cTn>
                                        <p:tgtEl>
                                          <p:spTgt spid="38"/>
                                        </p:tgtEl>
                                        <p:attrNameLst>
                                          <p:attrName>style.visibility</p:attrName>
                                        </p:attrNameLst>
                                      </p:cBhvr>
                                      <p:to>
                                        <p:strVal val="visible"/>
                                      </p:to>
                                    </p:set>
                                  </p:childTnLst>
                                </p:cTn>
                              </p:par>
                              <p:par>
                                <p:cTn id="145" presetID="1" presetClass="entr" presetSubtype="0" fill="hold" grpId="0" nodeType="withEffect">
                                  <p:stCondLst>
                                    <p:cond delay="0"/>
                                  </p:stCondLst>
                                  <p:childTnLst>
                                    <p:set>
                                      <p:cBhvr>
                                        <p:cTn id="146" dur="1" fill="hold">
                                          <p:stCondLst>
                                            <p:cond delay="0"/>
                                          </p:stCondLst>
                                        </p:cTn>
                                        <p:tgtEl>
                                          <p:spTgt spid="18"/>
                                        </p:tgtEl>
                                        <p:attrNameLst>
                                          <p:attrName>style.visibility</p:attrName>
                                        </p:attrNameLst>
                                      </p:cBhvr>
                                      <p:to>
                                        <p:strVal val="visible"/>
                                      </p:to>
                                    </p:set>
                                  </p:childTnLst>
                                </p:cTn>
                              </p:par>
                            </p:childTnLst>
                          </p:cTn>
                        </p:par>
                      </p:childTnLst>
                    </p:cTn>
                  </p:par>
                  <p:par>
                    <p:cTn id="147" fill="hold">
                      <p:stCondLst>
                        <p:cond delay="indefinite"/>
                      </p:stCondLst>
                      <p:childTnLst>
                        <p:par>
                          <p:cTn id="148" fill="hold">
                            <p:stCondLst>
                              <p:cond delay="0"/>
                            </p:stCondLst>
                            <p:childTnLst>
                              <p:par>
                                <p:cTn id="149" presetID="1" presetClass="entr" presetSubtype="0" fill="hold" nodeType="clickEffect">
                                  <p:stCondLst>
                                    <p:cond delay="0"/>
                                  </p:stCondLst>
                                  <p:childTnLst>
                                    <p:set>
                                      <p:cBhvr>
                                        <p:cTn id="150" dur="1" fill="hold">
                                          <p:stCondLst>
                                            <p:cond delay="0"/>
                                          </p:stCondLst>
                                        </p:cTn>
                                        <p:tgtEl>
                                          <p:spTgt spid="37"/>
                                        </p:tgtEl>
                                        <p:attrNameLst>
                                          <p:attrName>style.visibility</p:attrName>
                                        </p:attrNameLst>
                                      </p:cBhvr>
                                      <p:to>
                                        <p:strVal val="visible"/>
                                      </p:to>
                                    </p:set>
                                  </p:childTnLst>
                                </p:cTn>
                              </p:par>
                              <p:par>
                                <p:cTn id="151" presetID="1" presetClass="entr" presetSubtype="0" fill="hold" grpId="0" nodeType="withEffect">
                                  <p:stCondLst>
                                    <p:cond delay="0"/>
                                  </p:stCondLst>
                                  <p:childTnLst>
                                    <p:set>
                                      <p:cBhvr>
                                        <p:cTn id="152" dur="1" fill="hold">
                                          <p:stCondLst>
                                            <p:cond delay="0"/>
                                          </p:stCondLst>
                                        </p:cTn>
                                        <p:tgtEl>
                                          <p:spTgt spid="15"/>
                                        </p:tgtEl>
                                        <p:attrNameLst>
                                          <p:attrName>style.visibility</p:attrName>
                                        </p:attrNameLst>
                                      </p:cBhvr>
                                      <p:to>
                                        <p:strVal val="visible"/>
                                      </p:to>
                                    </p:set>
                                  </p:childTnLst>
                                </p:cTn>
                              </p:par>
                            </p:childTnLst>
                          </p:cTn>
                        </p:par>
                      </p:childTnLst>
                    </p:cTn>
                  </p:par>
                  <p:par>
                    <p:cTn id="153" fill="hold">
                      <p:stCondLst>
                        <p:cond delay="indefinite"/>
                      </p:stCondLst>
                      <p:childTnLst>
                        <p:par>
                          <p:cTn id="154" fill="hold">
                            <p:stCondLst>
                              <p:cond delay="0"/>
                            </p:stCondLst>
                            <p:childTnLst>
                              <p:par>
                                <p:cTn id="155" presetID="1" presetClass="entr" presetSubtype="0" fill="hold" nodeType="clickEffect">
                                  <p:stCondLst>
                                    <p:cond delay="0"/>
                                  </p:stCondLst>
                                  <p:childTnLst>
                                    <p:set>
                                      <p:cBhvr>
                                        <p:cTn id="156" dur="1" fill="hold">
                                          <p:stCondLst>
                                            <p:cond delay="0"/>
                                          </p:stCondLst>
                                        </p:cTn>
                                        <p:tgtEl>
                                          <p:spTgt spid="58"/>
                                        </p:tgtEl>
                                        <p:attrNameLst>
                                          <p:attrName>style.visibility</p:attrName>
                                        </p:attrNameLst>
                                      </p:cBhvr>
                                      <p:to>
                                        <p:strVal val="visible"/>
                                      </p:to>
                                    </p:set>
                                  </p:childTnLst>
                                </p:cTn>
                              </p:par>
                              <p:par>
                                <p:cTn id="157" presetID="1" presetClass="entr" presetSubtype="0" fill="hold" grpId="0" nodeType="withEffect">
                                  <p:stCondLst>
                                    <p:cond delay="0"/>
                                  </p:stCondLst>
                                  <p:childTnLst>
                                    <p:set>
                                      <p:cBhvr>
                                        <p:cTn id="158" dur="1" fill="hold">
                                          <p:stCondLst>
                                            <p:cond delay="0"/>
                                          </p:stCondLst>
                                        </p:cTn>
                                        <p:tgtEl>
                                          <p:spTgt spid="57"/>
                                        </p:tgtEl>
                                        <p:attrNameLst>
                                          <p:attrName>style.visibility</p:attrName>
                                        </p:attrNameLst>
                                      </p:cBhvr>
                                      <p:to>
                                        <p:strVal val="visible"/>
                                      </p:to>
                                    </p:set>
                                  </p:childTnLst>
                                </p:cTn>
                              </p:par>
                            </p:childTnLst>
                          </p:cTn>
                        </p:par>
                      </p:childTnLst>
                    </p:cTn>
                  </p:par>
                  <p:par>
                    <p:cTn id="159" fill="hold">
                      <p:stCondLst>
                        <p:cond delay="indefinite"/>
                      </p:stCondLst>
                      <p:childTnLst>
                        <p:par>
                          <p:cTn id="160" fill="hold">
                            <p:stCondLst>
                              <p:cond delay="0"/>
                            </p:stCondLst>
                            <p:childTnLst>
                              <p:par>
                                <p:cTn id="161" presetID="1" presetClass="entr" presetSubtype="0" fill="hold" nodeType="clickEffect">
                                  <p:stCondLst>
                                    <p:cond delay="0"/>
                                  </p:stCondLst>
                                  <p:childTnLst>
                                    <p:set>
                                      <p:cBhvr>
                                        <p:cTn id="162" dur="1" fill="hold">
                                          <p:stCondLst>
                                            <p:cond delay="0"/>
                                          </p:stCondLst>
                                        </p:cTn>
                                        <p:tgtEl>
                                          <p:spTgt spid="60"/>
                                        </p:tgtEl>
                                        <p:attrNameLst>
                                          <p:attrName>style.visibility</p:attrName>
                                        </p:attrNameLst>
                                      </p:cBhvr>
                                      <p:to>
                                        <p:strVal val="visible"/>
                                      </p:to>
                                    </p:set>
                                  </p:childTnLst>
                                </p:cTn>
                              </p:par>
                              <p:par>
                                <p:cTn id="163" presetID="1" presetClass="entr" presetSubtype="0" fill="hold" nodeType="withEffect">
                                  <p:stCondLst>
                                    <p:cond delay="0"/>
                                  </p:stCondLst>
                                  <p:childTnLst>
                                    <p:set>
                                      <p:cBhvr>
                                        <p:cTn id="164" dur="1" fill="hold">
                                          <p:stCondLst>
                                            <p:cond delay="0"/>
                                          </p:stCondLst>
                                        </p:cTn>
                                        <p:tgtEl>
                                          <p:spTgt spid="59"/>
                                        </p:tgtEl>
                                        <p:attrNameLst>
                                          <p:attrName>style.visibility</p:attrName>
                                        </p:attrNameLst>
                                      </p:cBhvr>
                                      <p:to>
                                        <p:strVal val="visible"/>
                                      </p:to>
                                    </p:set>
                                  </p:childTnLst>
                                </p:cTn>
                              </p:par>
                              <p:par>
                                <p:cTn id="165" presetID="1" presetClass="entr" presetSubtype="0" fill="hold" nodeType="withEffect">
                                  <p:stCondLst>
                                    <p:cond delay="0"/>
                                  </p:stCondLst>
                                  <p:childTnLst>
                                    <p:set>
                                      <p:cBhvr>
                                        <p:cTn id="166" dur="1" fill="hold">
                                          <p:stCondLst>
                                            <p:cond delay="0"/>
                                          </p:stCondLst>
                                        </p:cTn>
                                        <p:tgtEl>
                                          <p:spTgt spid="61"/>
                                        </p:tgtEl>
                                        <p:attrNameLst>
                                          <p:attrName>style.visibility</p:attrName>
                                        </p:attrNameLst>
                                      </p:cBhvr>
                                      <p:to>
                                        <p:strVal val="visible"/>
                                      </p:to>
                                    </p:set>
                                  </p:childTnLst>
                                </p:cTn>
                              </p:par>
                              <p:par>
                                <p:cTn id="167" presetID="1" presetClass="entr" presetSubtype="0" fill="hold" nodeType="withEffect">
                                  <p:stCondLst>
                                    <p:cond delay="0"/>
                                  </p:stCondLst>
                                  <p:childTnLst>
                                    <p:set>
                                      <p:cBhvr>
                                        <p:cTn id="168" dur="1" fill="hold">
                                          <p:stCondLst>
                                            <p:cond delay="0"/>
                                          </p:stCondLst>
                                        </p:cTn>
                                        <p:tgtEl>
                                          <p:spTgt spid="62"/>
                                        </p:tgtEl>
                                        <p:attrNameLst>
                                          <p:attrName>style.visibility</p:attrName>
                                        </p:attrNameLst>
                                      </p:cBhvr>
                                      <p:to>
                                        <p:strVal val="visible"/>
                                      </p:to>
                                    </p:set>
                                  </p:childTnLst>
                                </p:cTn>
                              </p:par>
                              <p:par>
                                <p:cTn id="169" presetID="1" presetClass="entr" presetSubtype="0" fill="hold" grpId="0" nodeType="withEffect">
                                  <p:stCondLst>
                                    <p:cond delay="0"/>
                                  </p:stCondLst>
                                  <p:childTnLst>
                                    <p:set>
                                      <p:cBhvr>
                                        <p:cTn id="170" dur="1" fill="hold">
                                          <p:stCondLst>
                                            <p:cond delay="0"/>
                                          </p:stCondLst>
                                        </p:cTn>
                                        <p:tgtEl>
                                          <p:spTgt spid="14"/>
                                        </p:tgtEl>
                                        <p:attrNameLst>
                                          <p:attrName>style.visibility</p:attrName>
                                        </p:attrNameLst>
                                      </p:cBhvr>
                                      <p:to>
                                        <p:strVal val="visible"/>
                                      </p:to>
                                    </p:set>
                                  </p:childTnLst>
                                </p:cTn>
                              </p:par>
                              <p:par>
                                <p:cTn id="171" presetID="1" presetClass="entr" presetSubtype="0" fill="hold" grpId="0" nodeType="withEffect">
                                  <p:stCondLst>
                                    <p:cond delay="0"/>
                                  </p:stCondLst>
                                  <p:childTnLst>
                                    <p:set>
                                      <p:cBhvr>
                                        <p:cTn id="172" dur="1" fill="hold">
                                          <p:stCondLst>
                                            <p:cond delay="0"/>
                                          </p:stCondLst>
                                        </p:cTn>
                                        <p:tgtEl>
                                          <p:spTgt spid="1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animBg="1"/>
      <p:bldP spid="4" grpId="0" animBg="1"/>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57" grpId="0" animBg="1"/>
      <p:bldP spid="64"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814B96-020F-5247-3CF2-665114360087}"/>
            </a:ext>
          </a:extLst>
        </p:cNvPr>
        <p:cNvGrpSpPr/>
        <p:nvPr/>
      </p:nvGrpSpPr>
      <p:grpSpPr>
        <a:xfrm>
          <a:off x="0" y="0"/>
          <a:ext cx="0" cy="0"/>
          <a:chOff x="0" y="0"/>
          <a:chExt cx="0" cy="0"/>
        </a:xfrm>
      </p:grpSpPr>
      <p:sp>
        <p:nvSpPr>
          <p:cNvPr id="8" name="TextBox 7">
            <a:extLst>
              <a:ext uri="{FF2B5EF4-FFF2-40B4-BE49-F238E27FC236}">
                <a16:creationId xmlns:a16="http://schemas.microsoft.com/office/drawing/2014/main" id="{96F83E1B-7793-AD87-F69D-F2222CC9CAA3}"/>
              </a:ext>
            </a:extLst>
          </p:cNvPr>
          <p:cNvSpPr txBox="1"/>
          <p:nvPr/>
        </p:nvSpPr>
        <p:spPr>
          <a:xfrm>
            <a:off x="3618256" y="344127"/>
            <a:ext cx="5073459" cy="769441"/>
          </a:xfrm>
          <a:prstGeom prst="rect">
            <a:avLst/>
          </a:prstGeom>
          <a:noFill/>
        </p:spPr>
        <p:txBody>
          <a:bodyPr wrap="square" rtlCol="0">
            <a:spAutoFit/>
          </a:bodyPr>
          <a:lstStyle/>
          <a:p>
            <a:r>
              <a:rPr lang="en-IN" sz="4400" b="1" u="sng" dirty="0">
                <a:highlight>
                  <a:srgbClr val="C0C0C0"/>
                </a:highlight>
                <a:latin typeface="+mj-lt"/>
              </a:rPr>
              <a:t>Table Description</a:t>
            </a:r>
            <a:endParaRPr lang="en-IN" sz="4400" dirty="0">
              <a:highlight>
                <a:srgbClr val="C0C0C0"/>
              </a:highlight>
              <a:latin typeface="+mj-lt"/>
            </a:endParaRPr>
          </a:p>
        </p:txBody>
      </p:sp>
      <p:sp>
        <p:nvSpPr>
          <p:cNvPr id="2" name="TextBox 1">
            <a:extLst>
              <a:ext uri="{FF2B5EF4-FFF2-40B4-BE49-F238E27FC236}">
                <a16:creationId xmlns:a16="http://schemas.microsoft.com/office/drawing/2014/main" id="{3C152BB0-7932-8416-74FD-D595A283071C}"/>
              </a:ext>
            </a:extLst>
          </p:cNvPr>
          <p:cNvSpPr txBox="1"/>
          <p:nvPr/>
        </p:nvSpPr>
        <p:spPr>
          <a:xfrm>
            <a:off x="1494507" y="1740314"/>
            <a:ext cx="5584723" cy="584775"/>
          </a:xfrm>
          <a:prstGeom prst="rect">
            <a:avLst/>
          </a:prstGeom>
          <a:noFill/>
        </p:spPr>
        <p:txBody>
          <a:bodyPr wrap="square" rtlCol="0">
            <a:spAutoFit/>
          </a:bodyPr>
          <a:lstStyle/>
          <a:p>
            <a:r>
              <a:rPr lang="en-US" sz="3200" dirty="0">
                <a:highlight>
                  <a:srgbClr val="C0C0C0"/>
                </a:highlight>
              </a:rPr>
              <a:t>COURSE</a:t>
            </a:r>
            <a:endParaRPr lang="en-IN" sz="3200" dirty="0">
              <a:highlight>
                <a:srgbClr val="C0C0C0"/>
              </a:highlight>
            </a:endParaRPr>
          </a:p>
        </p:txBody>
      </p:sp>
      <p:graphicFrame>
        <p:nvGraphicFramePr>
          <p:cNvPr id="5" name="Table 4">
            <a:extLst>
              <a:ext uri="{FF2B5EF4-FFF2-40B4-BE49-F238E27FC236}">
                <a16:creationId xmlns:a16="http://schemas.microsoft.com/office/drawing/2014/main" id="{F0A22182-26BA-8975-7B84-5C4560664DAA}"/>
              </a:ext>
            </a:extLst>
          </p:cNvPr>
          <p:cNvGraphicFramePr>
            <a:graphicFrameLocks noGrp="1"/>
          </p:cNvGraphicFramePr>
          <p:nvPr>
            <p:extLst>
              <p:ext uri="{D42A27DB-BD31-4B8C-83A1-F6EECF244321}">
                <p14:modId xmlns:p14="http://schemas.microsoft.com/office/powerpoint/2010/main" val="3373805612"/>
              </p:ext>
            </p:extLst>
          </p:nvPr>
        </p:nvGraphicFramePr>
        <p:xfrm>
          <a:off x="2120485" y="2489478"/>
          <a:ext cx="8331205" cy="2770780"/>
        </p:xfrm>
        <a:graphic>
          <a:graphicData uri="http://schemas.openxmlformats.org/drawingml/2006/table">
            <a:tbl>
              <a:tblPr firstRow="1" bandRow="1">
                <a:tableStyleId>{5C22544A-7EE6-4342-B048-85BDC9FD1C3A}</a:tableStyleId>
              </a:tblPr>
              <a:tblGrid>
                <a:gridCol w="1666241">
                  <a:extLst>
                    <a:ext uri="{9D8B030D-6E8A-4147-A177-3AD203B41FA5}">
                      <a16:colId xmlns:a16="http://schemas.microsoft.com/office/drawing/2014/main" val="2339890204"/>
                    </a:ext>
                  </a:extLst>
                </a:gridCol>
                <a:gridCol w="1666241">
                  <a:extLst>
                    <a:ext uri="{9D8B030D-6E8A-4147-A177-3AD203B41FA5}">
                      <a16:colId xmlns:a16="http://schemas.microsoft.com/office/drawing/2014/main" val="3939839508"/>
                    </a:ext>
                  </a:extLst>
                </a:gridCol>
                <a:gridCol w="1666241">
                  <a:extLst>
                    <a:ext uri="{9D8B030D-6E8A-4147-A177-3AD203B41FA5}">
                      <a16:colId xmlns:a16="http://schemas.microsoft.com/office/drawing/2014/main" val="4175081006"/>
                    </a:ext>
                  </a:extLst>
                </a:gridCol>
                <a:gridCol w="1666241">
                  <a:extLst>
                    <a:ext uri="{9D8B030D-6E8A-4147-A177-3AD203B41FA5}">
                      <a16:colId xmlns:a16="http://schemas.microsoft.com/office/drawing/2014/main" val="76626082"/>
                    </a:ext>
                  </a:extLst>
                </a:gridCol>
                <a:gridCol w="1666241">
                  <a:extLst>
                    <a:ext uri="{9D8B030D-6E8A-4147-A177-3AD203B41FA5}">
                      <a16:colId xmlns:a16="http://schemas.microsoft.com/office/drawing/2014/main" val="49040908"/>
                    </a:ext>
                  </a:extLst>
                </a:gridCol>
              </a:tblGrid>
              <a:tr h="692695">
                <a:tc>
                  <a:txBody>
                    <a:bodyPr/>
                    <a:lstStyle/>
                    <a:p>
                      <a:r>
                        <a:rPr lang="en-US" dirty="0"/>
                        <a:t>Attribute Name</a:t>
                      </a:r>
                      <a:endParaRPr lang="en-IN" dirty="0"/>
                    </a:p>
                  </a:txBody>
                  <a:tcPr/>
                </a:tc>
                <a:tc>
                  <a:txBody>
                    <a:bodyPr/>
                    <a:lstStyle/>
                    <a:p>
                      <a:r>
                        <a:rPr lang="en-US" dirty="0"/>
                        <a:t>Data Type</a:t>
                      </a:r>
                      <a:endParaRPr lang="en-IN" dirty="0"/>
                    </a:p>
                  </a:txBody>
                  <a:tcPr/>
                </a:tc>
                <a:tc>
                  <a:txBody>
                    <a:bodyPr/>
                    <a:lstStyle/>
                    <a:p>
                      <a:r>
                        <a:rPr lang="en-US" dirty="0"/>
                        <a:t>Size</a:t>
                      </a:r>
                      <a:endParaRPr lang="en-IN" dirty="0"/>
                    </a:p>
                  </a:txBody>
                  <a:tcPr/>
                </a:tc>
                <a:tc>
                  <a:txBody>
                    <a:bodyPr/>
                    <a:lstStyle/>
                    <a:p>
                      <a:r>
                        <a:rPr lang="en-US" dirty="0"/>
                        <a:t>Constraint</a:t>
                      </a:r>
                      <a:endParaRPr lang="en-IN"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Description</a:t>
                      </a:r>
                      <a:endParaRPr lang="en-IN" dirty="0"/>
                    </a:p>
                  </a:txBody>
                  <a:tcPr/>
                </a:tc>
                <a:extLst>
                  <a:ext uri="{0D108BD9-81ED-4DB2-BD59-A6C34878D82A}">
                    <a16:rowId xmlns:a16="http://schemas.microsoft.com/office/drawing/2014/main" val="3107911806"/>
                  </a:ext>
                </a:extLst>
              </a:tr>
              <a:tr h="692695">
                <a:tc>
                  <a:txBody>
                    <a:bodyPr/>
                    <a:lstStyle/>
                    <a:p>
                      <a:r>
                        <a:rPr lang="en-US" dirty="0"/>
                        <a:t>C.name</a:t>
                      </a:r>
                      <a:endParaRPr lang="en-IN" dirty="0"/>
                    </a:p>
                  </a:txBody>
                  <a:tcPr/>
                </a:tc>
                <a:tc>
                  <a:txBody>
                    <a:bodyPr/>
                    <a:lstStyle/>
                    <a:p>
                      <a:r>
                        <a:rPr lang="en-US" dirty="0"/>
                        <a:t>Varchar2</a:t>
                      </a:r>
                      <a:endParaRPr lang="en-IN" dirty="0"/>
                    </a:p>
                  </a:txBody>
                  <a:tcPr/>
                </a:tc>
                <a:tc>
                  <a:txBody>
                    <a:bodyPr/>
                    <a:lstStyle/>
                    <a:p>
                      <a:r>
                        <a:rPr lang="en-US" dirty="0"/>
                        <a:t>(20)</a:t>
                      </a:r>
                      <a:endParaRPr lang="en-IN" dirty="0"/>
                    </a:p>
                  </a:txBody>
                  <a:tcPr/>
                </a:tc>
                <a:tc>
                  <a:txBody>
                    <a:bodyPr/>
                    <a:lstStyle/>
                    <a:p>
                      <a:r>
                        <a:rPr lang="en-US" dirty="0"/>
                        <a:t>Not Null</a:t>
                      </a:r>
                      <a:endParaRPr lang="en-IN" dirty="0"/>
                    </a:p>
                  </a:txBody>
                  <a:tcPr/>
                </a:tc>
                <a:tc>
                  <a:txBody>
                    <a:bodyPr/>
                    <a:lstStyle/>
                    <a:p>
                      <a:r>
                        <a:rPr lang="en-US" dirty="0"/>
                        <a:t>Course name</a:t>
                      </a:r>
                      <a:endParaRPr lang="en-IN" dirty="0"/>
                    </a:p>
                  </a:txBody>
                  <a:tcPr/>
                </a:tc>
                <a:extLst>
                  <a:ext uri="{0D108BD9-81ED-4DB2-BD59-A6C34878D82A}">
                    <a16:rowId xmlns:a16="http://schemas.microsoft.com/office/drawing/2014/main" val="3812691783"/>
                  </a:ext>
                </a:extLst>
              </a:tr>
              <a:tr h="692695">
                <a:tc>
                  <a:txBody>
                    <a:bodyPr/>
                    <a:lstStyle/>
                    <a:p>
                      <a:r>
                        <a:rPr lang="en-US" dirty="0" err="1"/>
                        <a:t>C_id</a:t>
                      </a:r>
                      <a:endParaRPr lang="en-IN"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Varchar2</a:t>
                      </a:r>
                      <a:endParaRPr lang="en-IN" dirty="0"/>
                    </a:p>
                  </a:txBody>
                  <a:tcPr/>
                </a:tc>
                <a:tc>
                  <a:txBody>
                    <a:bodyPr/>
                    <a:lstStyle/>
                    <a:p>
                      <a:r>
                        <a:rPr lang="en-US" dirty="0"/>
                        <a:t>(10)</a:t>
                      </a:r>
                      <a:endParaRPr lang="en-IN" dirty="0"/>
                    </a:p>
                  </a:txBody>
                  <a:tcPr/>
                </a:tc>
                <a:tc>
                  <a:txBody>
                    <a:bodyPr/>
                    <a:lstStyle/>
                    <a:p>
                      <a:r>
                        <a:rPr lang="en-US" dirty="0"/>
                        <a:t>Primary Key</a:t>
                      </a:r>
                      <a:endParaRPr lang="en-IN" dirty="0"/>
                    </a:p>
                  </a:txBody>
                  <a:tcPr/>
                </a:tc>
                <a:tc>
                  <a:txBody>
                    <a:bodyPr/>
                    <a:lstStyle/>
                    <a:p>
                      <a:r>
                        <a:rPr lang="en-US" dirty="0"/>
                        <a:t>Course Code</a:t>
                      </a:r>
                      <a:endParaRPr lang="en-IN" dirty="0"/>
                    </a:p>
                  </a:txBody>
                  <a:tcPr/>
                </a:tc>
                <a:extLst>
                  <a:ext uri="{0D108BD9-81ED-4DB2-BD59-A6C34878D82A}">
                    <a16:rowId xmlns:a16="http://schemas.microsoft.com/office/drawing/2014/main" val="3027683648"/>
                  </a:ext>
                </a:extLst>
              </a:tr>
              <a:tr h="692695">
                <a:tc>
                  <a:txBody>
                    <a:bodyPr/>
                    <a:lstStyle/>
                    <a:p>
                      <a:r>
                        <a:rPr lang="en-US" dirty="0"/>
                        <a:t>Duration</a:t>
                      </a:r>
                      <a:endParaRPr lang="en-IN"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Varchar2</a:t>
                      </a:r>
                      <a:endParaRPr lang="en-IN" dirty="0"/>
                    </a:p>
                  </a:txBody>
                  <a:tcPr/>
                </a:tc>
                <a:tc>
                  <a:txBody>
                    <a:bodyPr/>
                    <a:lstStyle/>
                    <a:p>
                      <a:r>
                        <a:rPr lang="en-US" dirty="0"/>
                        <a:t>(20)</a:t>
                      </a:r>
                      <a:endParaRPr lang="en-IN" dirty="0"/>
                    </a:p>
                  </a:txBody>
                  <a:tcPr/>
                </a:tc>
                <a:tc>
                  <a:txBody>
                    <a:bodyPr/>
                    <a:lstStyle/>
                    <a:p>
                      <a:r>
                        <a:rPr lang="en-US" dirty="0"/>
                        <a:t>Not NULL</a:t>
                      </a:r>
                      <a:endParaRPr lang="en-IN" dirty="0"/>
                    </a:p>
                  </a:txBody>
                  <a:tcPr/>
                </a:tc>
                <a:tc>
                  <a:txBody>
                    <a:bodyPr/>
                    <a:lstStyle/>
                    <a:p>
                      <a:r>
                        <a:rPr lang="en-US" dirty="0"/>
                        <a:t>Duration</a:t>
                      </a:r>
                      <a:endParaRPr lang="en-IN" dirty="0"/>
                    </a:p>
                  </a:txBody>
                  <a:tcPr/>
                </a:tc>
                <a:extLst>
                  <a:ext uri="{0D108BD9-81ED-4DB2-BD59-A6C34878D82A}">
                    <a16:rowId xmlns:a16="http://schemas.microsoft.com/office/drawing/2014/main" val="1211205541"/>
                  </a:ext>
                </a:extLst>
              </a:tr>
            </a:tbl>
          </a:graphicData>
        </a:graphic>
      </p:graphicFrame>
    </p:spTree>
    <p:extLst>
      <p:ext uri="{BB962C8B-B14F-4D97-AF65-F5344CB8AC3E}">
        <p14:creationId xmlns:p14="http://schemas.microsoft.com/office/powerpoint/2010/main" val="154774834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6D2C9E27-35E4-C7F9-8CD1-1531FF363DD8}"/>
              </a:ext>
            </a:extLst>
          </p:cNvPr>
          <p:cNvSpPr txBox="1"/>
          <p:nvPr/>
        </p:nvSpPr>
        <p:spPr>
          <a:xfrm>
            <a:off x="1402732" y="722776"/>
            <a:ext cx="2287014" cy="523220"/>
          </a:xfrm>
          <a:prstGeom prst="rect">
            <a:avLst/>
          </a:prstGeom>
          <a:noFill/>
        </p:spPr>
        <p:txBody>
          <a:bodyPr wrap="square" rtlCol="0">
            <a:spAutoFit/>
          </a:bodyPr>
          <a:lstStyle/>
          <a:p>
            <a:r>
              <a:rPr lang="en-US" sz="2800" dirty="0">
                <a:highlight>
                  <a:srgbClr val="C0C0C0"/>
                </a:highlight>
                <a:latin typeface="Calibri" panose="020F0502020204030204" pitchFamily="34" charset="0"/>
                <a:ea typeface="Calibri" panose="020F0502020204030204" pitchFamily="34" charset="0"/>
                <a:cs typeface="Calibri" panose="020F0502020204030204" pitchFamily="34" charset="0"/>
              </a:rPr>
              <a:t>S</a:t>
            </a:r>
            <a:r>
              <a:rPr lang="en-IN" sz="1600" dirty="0">
                <a:highlight>
                  <a:srgbClr val="C0C0C0"/>
                </a:highlight>
                <a:latin typeface="Calibri" panose="020F0502020204030204" pitchFamily="34" charset="0"/>
                <a:ea typeface="Calibri" panose="020F0502020204030204" pitchFamily="34" charset="0"/>
                <a:cs typeface="Calibri" panose="020F0502020204030204" pitchFamily="34" charset="0"/>
              </a:rPr>
              <a:t>TUDENT</a:t>
            </a:r>
            <a:r>
              <a:rPr lang="en-IN" sz="2800" dirty="0">
                <a:latin typeface="Calibri" panose="020F0502020204030204" pitchFamily="34" charset="0"/>
                <a:ea typeface="Calibri" panose="020F0502020204030204" pitchFamily="34" charset="0"/>
                <a:cs typeface="Calibri" panose="020F0502020204030204" pitchFamily="34" charset="0"/>
              </a:rPr>
              <a:t> </a:t>
            </a:r>
          </a:p>
        </p:txBody>
      </p:sp>
      <p:sp>
        <p:nvSpPr>
          <p:cNvPr id="8" name="TextBox 7">
            <a:extLst>
              <a:ext uri="{FF2B5EF4-FFF2-40B4-BE49-F238E27FC236}">
                <a16:creationId xmlns:a16="http://schemas.microsoft.com/office/drawing/2014/main" id="{89E87330-D6D5-77BC-872E-0182731411A4}"/>
              </a:ext>
            </a:extLst>
          </p:cNvPr>
          <p:cNvSpPr txBox="1"/>
          <p:nvPr/>
        </p:nvSpPr>
        <p:spPr>
          <a:xfrm>
            <a:off x="3618256" y="127823"/>
            <a:ext cx="5279937" cy="769441"/>
          </a:xfrm>
          <a:prstGeom prst="rect">
            <a:avLst/>
          </a:prstGeom>
          <a:noFill/>
        </p:spPr>
        <p:txBody>
          <a:bodyPr wrap="square" rtlCol="0">
            <a:spAutoFit/>
          </a:bodyPr>
          <a:lstStyle/>
          <a:p>
            <a:r>
              <a:rPr lang="en-IN" sz="4400" b="1" u="sng" dirty="0">
                <a:highlight>
                  <a:srgbClr val="C0C0C0"/>
                </a:highlight>
                <a:latin typeface="+mj-lt"/>
              </a:rPr>
              <a:t>Table Description</a:t>
            </a:r>
            <a:endParaRPr lang="en-IN" sz="4400" dirty="0">
              <a:highlight>
                <a:srgbClr val="C0C0C0"/>
              </a:highlight>
              <a:latin typeface="+mj-lt"/>
            </a:endParaRPr>
          </a:p>
        </p:txBody>
      </p:sp>
      <p:graphicFrame>
        <p:nvGraphicFramePr>
          <p:cNvPr id="10" name="Table 9">
            <a:extLst>
              <a:ext uri="{FF2B5EF4-FFF2-40B4-BE49-F238E27FC236}">
                <a16:creationId xmlns:a16="http://schemas.microsoft.com/office/drawing/2014/main" id="{838A8771-E3BD-C535-DDB9-6FBCB9E5FD66}"/>
              </a:ext>
            </a:extLst>
          </p:cNvPr>
          <p:cNvGraphicFramePr>
            <a:graphicFrameLocks noGrp="1"/>
          </p:cNvGraphicFramePr>
          <p:nvPr>
            <p:extLst>
              <p:ext uri="{D42A27DB-BD31-4B8C-83A1-F6EECF244321}">
                <p14:modId xmlns:p14="http://schemas.microsoft.com/office/powerpoint/2010/main" val="3995566405"/>
              </p:ext>
            </p:extLst>
          </p:nvPr>
        </p:nvGraphicFramePr>
        <p:xfrm>
          <a:off x="848847" y="1245996"/>
          <a:ext cx="10494306" cy="5490365"/>
        </p:xfrm>
        <a:graphic>
          <a:graphicData uri="http://schemas.openxmlformats.org/drawingml/2006/table">
            <a:tbl>
              <a:tblPr firstRow="1" bandRow="1">
                <a:tableStyleId>{5C22544A-7EE6-4342-B048-85BDC9FD1C3A}</a:tableStyleId>
              </a:tblPr>
              <a:tblGrid>
                <a:gridCol w="2096790">
                  <a:extLst>
                    <a:ext uri="{9D8B030D-6E8A-4147-A177-3AD203B41FA5}">
                      <a16:colId xmlns:a16="http://schemas.microsoft.com/office/drawing/2014/main" val="4125967142"/>
                    </a:ext>
                  </a:extLst>
                </a:gridCol>
                <a:gridCol w="2096790">
                  <a:extLst>
                    <a:ext uri="{9D8B030D-6E8A-4147-A177-3AD203B41FA5}">
                      <a16:colId xmlns:a16="http://schemas.microsoft.com/office/drawing/2014/main" val="573508240"/>
                    </a:ext>
                  </a:extLst>
                </a:gridCol>
                <a:gridCol w="2096790">
                  <a:extLst>
                    <a:ext uri="{9D8B030D-6E8A-4147-A177-3AD203B41FA5}">
                      <a16:colId xmlns:a16="http://schemas.microsoft.com/office/drawing/2014/main" val="2766112708"/>
                    </a:ext>
                  </a:extLst>
                </a:gridCol>
                <a:gridCol w="2096790">
                  <a:extLst>
                    <a:ext uri="{9D8B030D-6E8A-4147-A177-3AD203B41FA5}">
                      <a16:colId xmlns:a16="http://schemas.microsoft.com/office/drawing/2014/main" val="4239425563"/>
                    </a:ext>
                  </a:extLst>
                </a:gridCol>
                <a:gridCol w="2107146">
                  <a:extLst>
                    <a:ext uri="{9D8B030D-6E8A-4147-A177-3AD203B41FA5}">
                      <a16:colId xmlns:a16="http://schemas.microsoft.com/office/drawing/2014/main" val="577329939"/>
                    </a:ext>
                  </a:extLst>
                </a:gridCol>
              </a:tblGrid>
              <a:tr h="457993">
                <a:tc>
                  <a:txBody>
                    <a:bodyPr/>
                    <a:lstStyle/>
                    <a:p>
                      <a:r>
                        <a:rPr lang="en-US" dirty="0"/>
                        <a:t>Field NAME</a:t>
                      </a:r>
                      <a:endParaRPr lang="en-IN" dirty="0"/>
                    </a:p>
                  </a:txBody>
                  <a:tcPr/>
                </a:tc>
                <a:tc>
                  <a:txBody>
                    <a:bodyPr/>
                    <a:lstStyle/>
                    <a:p>
                      <a:r>
                        <a:rPr lang="en-US" dirty="0"/>
                        <a:t>Data Type</a:t>
                      </a:r>
                      <a:endParaRPr lang="en-IN" dirty="0"/>
                    </a:p>
                  </a:txBody>
                  <a:tcPr/>
                </a:tc>
                <a:tc>
                  <a:txBody>
                    <a:bodyPr/>
                    <a:lstStyle/>
                    <a:p>
                      <a:r>
                        <a:rPr lang="en-US" dirty="0"/>
                        <a:t>Size</a:t>
                      </a:r>
                      <a:endParaRPr lang="en-IN" dirty="0"/>
                    </a:p>
                  </a:txBody>
                  <a:tcPr/>
                </a:tc>
                <a:tc>
                  <a:txBody>
                    <a:bodyPr/>
                    <a:lstStyle/>
                    <a:p>
                      <a:r>
                        <a:rPr lang="en-US" dirty="0"/>
                        <a:t>Constraint</a:t>
                      </a:r>
                      <a:endParaRPr lang="en-IN" dirty="0"/>
                    </a:p>
                  </a:txBody>
                  <a:tcPr/>
                </a:tc>
                <a:tc>
                  <a:txBody>
                    <a:bodyPr/>
                    <a:lstStyle/>
                    <a:p>
                      <a:r>
                        <a:rPr lang="en-US" dirty="0"/>
                        <a:t>Description</a:t>
                      </a:r>
                      <a:endParaRPr lang="en-IN" dirty="0"/>
                    </a:p>
                  </a:txBody>
                  <a:tcPr/>
                </a:tc>
                <a:extLst>
                  <a:ext uri="{0D108BD9-81ED-4DB2-BD59-A6C34878D82A}">
                    <a16:rowId xmlns:a16="http://schemas.microsoft.com/office/drawing/2014/main" val="180894196"/>
                  </a:ext>
                </a:extLst>
              </a:tr>
              <a:tr h="457993">
                <a:tc>
                  <a:txBody>
                    <a:bodyPr/>
                    <a:lstStyle/>
                    <a:p>
                      <a:r>
                        <a:rPr lang="en-IN" dirty="0"/>
                        <a:t>std_id</a:t>
                      </a:r>
                    </a:p>
                  </a:txBody>
                  <a:tcPr anchor="ctr"/>
                </a:tc>
                <a:tc>
                  <a:txBody>
                    <a:bodyPr/>
                    <a:lstStyle/>
                    <a:p>
                      <a:r>
                        <a:rPr lang="en-US" dirty="0"/>
                        <a:t>V</a:t>
                      </a:r>
                      <a:r>
                        <a:rPr lang="en-IN" dirty="0"/>
                        <a:t>ARCHAR2</a:t>
                      </a:r>
                    </a:p>
                  </a:txBody>
                  <a:tcPr anchor="ctr"/>
                </a:tc>
                <a:tc>
                  <a:txBody>
                    <a:bodyPr/>
                    <a:lstStyle/>
                    <a:p>
                      <a:r>
                        <a:rPr lang="en-US" dirty="0"/>
                        <a:t>6</a:t>
                      </a:r>
                      <a:endParaRPr lang="en-IN" dirty="0"/>
                    </a:p>
                  </a:txBody>
                  <a:tcPr anchor="ctr"/>
                </a:tc>
                <a:tc>
                  <a:txBody>
                    <a:bodyPr/>
                    <a:lstStyle/>
                    <a:p>
                      <a:r>
                        <a:rPr lang="en-US" dirty="0"/>
                        <a:t>PRIMARY KEY</a:t>
                      </a:r>
                      <a:endParaRPr lang="en-IN" dirty="0"/>
                    </a:p>
                  </a:txBody>
                  <a:tcPr anchor="ctr"/>
                </a:tc>
                <a:tc>
                  <a:txBody>
                    <a:bodyPr/>
                    <a:lstStyle/>
                    <a:p>
                      <a:r>
                        <a:rPr lang="en-IN" dirty="0"/>
                        <a:t>Primary Key</a:t>
                      </a:r>
                    </a:p>
                  </a:txBody>
                  <a:tcPr/>
                </a:tc>
                <a:extLst>
                  <a:ext uri="{0D108BD9-81ED-4DB2-BD59-A6C34878D82A}">
                    <a16:rowId xmlns:a16="http://schemas.microsoft.com/office/drawing/2014/main" val="1117288197"/>
                  </a:ext>
                </a:extLst>
              </a:tr>
              <a:tr h="457993">
                <a:tc>
                  <a:txBody>
                    <a:bodyPr/>
                    <a:lstStyle/>
                    <a:p>
                      <a:r>
                        <a:rPr lang="en-IN" dirty="0"/>
                        <a:t>first_nm</a:t>
                      </a:r>
                    </a:p>
                  </a:txBody>
                  <a:tcPr/>
                </a:tc>
                <a:tc>
                  <a:txBody>
                    <a:bodyPr/>
                    <a:lstStyle/>
                    <a:p>
                      <a:r>
                        <a:rPr lang="en-IN" dirty="0"/>
                        <a:t>VARCHAR2</a:t>
                      </a:r>
                    </a:p>
                  </a:txBody>
                  <a:tcPr/>
                </a:tc>
                <a:tc>
                  <a:txBody>
                    <a:bodyPr/>
                    <a:lstStyle/>
                    <a:p>
                      <a:r>
                        <a:rPr lang="en-US" dirty="0"/>
                        <a:t>10</a:t>
                      </a:r>
                      <a:endParaRPr lang="en-IN" dirty="0"/>
                    </a:p>
                  </a:txBody>
                  <a:tcPr/>
                </a:tc>
                <a:tc>
                  <a:txBody>
                    <a:bodyPr/>
                    <a:lstStyle/>
                    <a:p>
                      <a:r>
                        <a:rPr lang="en-US" dirty="0"/>
                        <a:t>NOT NULL</a:t>
                      </a:r>
                      <a:endParaRPr lang="en-IN" dirty="0"/>
                    </a:p>
                  </a:txBody>
                  <a:tcPr/>
                </a:tc>
                <a:tc>
                  <a:txBody>
                    <a:bodyPr/>
                    <a:lstStyle/>
                    <a:p>
                      <a:r>
                        <a:rPr lang="en-IN" dirty="0"/>
                        <a:t>Student's first name</a:t>
                      </a:r>
                    </a:p>
                  </a:txBody>
                  <a:tcPr/>
                </a:tc>
                <a:extLst>
                  <a:ext uri="{0D108BD9-81ED-4DB2-BD59-A6C34878D82A}">
                    <a16:rowId xmlns:a16="http://schemas.microsoft.com/office/drawing/2014/main" val="4107198698"/>
                  </a:ext>
                </a:extLst>
              </a:tr>
              <a:tr h="0">
                <a:tc>
                  <a:txBody>
                    <a:bodyPr/>
                    <a:lstStyle/>
                    <a:p>
                      <a:r>
                        <a:rPr lang="en-IN" dirty="0"/>
                        <a:t>last_nm</a:t>
                      </a:r>
                    </a:p>
                  </a:txBody>
                  <a:tcPr/>
                </a:tc>
                <a:tc>
                  <a:txBody>
                    <a:bodyPr/>
                    <a:lstStyle/>
                    <a:p>
                      <a:r>
                        <a:rPr lang="en-IN" dirty="0"/>
                        <a:t>VARCHAR2</a:t>
                      </a:r>
                    </a:p>
                  </a:txBody>
                  <a:tcPr anchor="ctr"/>
                </a:tc>
                <a:tc>
                  <a:txBody>
                    <a:bodyPr/>
                    <a:lstStyle/>
                    <a:p>
                      <a:r>
                        <a:rPr lang="en-US" dirty="0"/>
                        <a:t>10</a:t>
                      </a:r>
                      <a:endParaRPr lang="en-IN" dirty="0"/>
                    </a:p>
                  </a:txBody>
                  <a:tcPr anchor="ctr"/>
                </a:tc>
                <a:tc>
                  <a:txBody>
                    <a:bodyPr/>
                    <a:lstStyle/>
                    <a:p>
                      <a:r>
                        <a:rPr lang="en-US" dirty="0"/>
                        <a:t>NOT NULL</a:t>
                      </a:r>
                      <a:endParaRPr lang="en-IN" dirty="0"/>
                    </a:p>
                  </a:txBody>
                  <a:tcPr anchor="ctr"/>
                </a:tc>
                <a:tc>
                  <a:txBody>
                    <a:bodyPr/>
                    <a:lstStyle/>
                    <a:p>
                      <a:r>
                        <a:rPr lang="en-IN" dirty="0"/>
                        <a:t>Student's last name</a:t>
                      </a:r>
                    </a:p>
                  </a:txBody>
                  <a:tcPr anchor="ctr"/>
                </a:tc>
                <a:extLst>
                  <a:ext uri="{0D108BD9-81ED-4DB2-BD59-A6C34878D82A}">
                    <a16:rowId xmlns:a16="http://schemas.microsoft.com/office/drawing/2014/main" val="800355994"/>
                  </a:ext>
                </a:extLst>
              </a:tr>
              <a:tr h="457993">
                <a:tc>
                  <a:txBody>
                    <a:bodyPr/>
                    <a:lstStyle/>
                    <a:p>
                      <a:r>
                        <a:rPr lang="en-IN" dirty="0"/>
                        <a:t>dob</a:t>
                      </a:r>
                    </a:p>
                  </a:txBody>
                  <a:tcPr/>
                </a:tc>
                <a:tc>
                  <a:txBody>
                    <a:bodyPr/>
                    <a:lstStyle/>
                    <a:p>
                      <a:r>
                        <a:rPr lang="en-IN" dirty="0"/>
                        <a:t>DATE</a:t>
                      </a:r>
                    </a:p>
                  </a:txBody>
                  <a:tcPr/>
                </a:tc>
                <a:tc>
                  <a:txBody>
                    <a:bodyPr/>
                    <a:lstStyle/>
                    <a:p>
                      <a:r>
                        <a:rPr lang="en-US" dirty="0"/>
                        <a:t>11</a:t>
                      </a:r>
                      <a:endParaRPr lang="en-IN" dirty="0"/>
                    </a:p>
                  </a:txBody>
                  <a:tcPr/>
                </a:tc>
                <a:tc>
                  <a:txBody>
                    <a:bodyPr/>
                    <a:lstStyle/>
                    <a:p>
                      <a:r>
                        <a:rPr lang="en-US" dirty="0"/>
                        <a:t>NOT NULL</a:t>
                      </a:r>
                      <a:endParaRPr lang="en-IN" dirty="0"/>
                    </a:p>
                  </a:txBody>
                  <a:tcPr/>
                </a:tc>
                <a:tc>
                  <a:txBody>
                    <a:bodyPr/>
                    <a:lstStyle/>
                    <a:p>
                      <a:r>
                        <a:rPr lang="en-IN" dirty="0"/>
                        <a:t>Date of birth</a:t>
                      </a:r>
                    </a:p>
                  </a:txBody>
                  <a:tcPr/>
                </a:tc>
                <a:extLst>
                  <a:ext uri="{0D108BD9-81ED-4DB2-BD59-A6C34878D82A}">
                    <a16:rowId xmlns:a16="http://schemas.microsoft.com/office/drawing/2014/main" val="564880921"/>
                  </a:ext>
                </a:extLst>
              </a:tr>
              <a:tr h="457993">
                <a:tc>
                  <a:txBody>
                    <a:bodyPr/>
                    <a:lstStyle/>
                    <a:p>
                      <a:r>
                        <a:rPr lang="en-IN" dirty="0"/>
                        <a:t>gender</a:t>
                      </a:r>
                    </a:p>
                  </a:txBody>
                  <a:tcPr/>
                </a:tc>
                <a:tc>
                  <a:txBody>
                    <a:bodyPr/>
                    <a:lstStyle/>
                    <a:p>
                      <a:r>
                        <a:rPr lang="en-IN" dirty="0"/>
                        <a:t>CHAR</a:t>
                      </a:r>
                    </a:p>
                  </a:txBody>
                  <a:tcPr/>
                </a:tc>
                <a:tc>
                  <a:txBody>
                    <a:bodyPr/>
                    <a:lstStyle/>
                    <a:p>
                      <a:r>
                        <a:rPr lang="en-US" dirty="0"/>
                        <a:t>6</a:t>
                      </a:r>
                      <a:endParaRPr lang="en-IN" dirty="0"/>
                    </a:p>
                  </a:txBody>
                  <a:tcPr/>
                </a:tc>
                <a:tc>
                  <a:txBody>
                    <a:bodyPr/>
                    <a:lstStyle/>
                    <a:p>
                      <a:r>
                        <a:rPr lang="en-US" dirty="0"/>
                        <a:t>NOT NULL</a:t>
                      </a:r>
                      <a:endParaRPr lang="en-IN" dirty="0"/>
                    </a:p>
                  </a:txBody>
                  <a:tcPr/>
                </a:tc>
                <a:tc>
                  <a:txBody>
                    <a:bodyPr/>
                    <a:lstStyle/>
                    <a:p>
                      <a:r>
                        <a:rPr lang="en-IN" dirty="0"/>
                        <a:t>Gender (M/F</a:t>
                      </a:r>
                    </a:p>
                  </a:txBody>
                  <a:tcPr/>
                </a:tc>
                <a:extLst>
                  <a:ext uri="{0D108BD9-81ED-4DB2-BD59-A6C34878D82A}">
                    <a16:rowId xmlns:a16="http://schemas.microsoft.com/office/drawing/2014/main" val="2224081780"/>
                  </a:ext>
                </a:extLst>
              </a:tr>
              <a:tr h="457993">
                <a:tc>
                  <a:txBody>
                    <a:bodyPr/>
                    <a:lstStyle/>
                    <a:p>
                      <a:r>
                        <a:rPr lang="en-IN" dirty="0"/>
                        <a:t>Email_id</a:t>
                      </a:r>
                    </a:p>
                  </a:txBody>
                  <a:tcPr anchor="ctr"/>
                </a:tc>
                <a:tc>
                  <a:txBody>
                    <a:bodyPr/>
                    <a:lstStyle/>
                    <a:p>
                      <a:r>
                        <a:rPr lang="en-IN" dirty="0"/>
                        <a:t>VARCHAR2</a:t>
                      </a:r>
                    </a:p>
                  </a:txBody>
                  <a:tcPr anchor="ctr"/>
                </a:tc>
                <a:tc>
                  <a:txBody>
                    <a:bodyPr/>
                    <a:lstStyle/>
                    <a:p>
                      <a:r>
                        <a:rPr lang="en-US" dirty="0"/>
                        <a:t>20</a:t>
                      </a:r>
                      <a:endParaRPr lang="en-IN" dirty="0"/>
                    </a:p>
                  </a:txBody>
                  <a:tcPr anchor="ctr"/>
                </a:tc>
                <a:tc>
                  <a:txBody>
                    <a:bodyPr/>
                    <a:lstStyle/>
                    <a:p>
                      <a:r>
                        <a:rPr lang="en-US" dirty="0"/>
                        <a:t>NULL</a:t>
                      </a:r>
                      <a:endParaRPr lang="en-IN" dirty="0"/>
                    </a:p>
                  </a:txBody>
                  <a:tcPr anchor="ctr"/>
                </a:tc>
                <a:tc>
                  <a:txBody>
                    <a:bodyPr/>
                    <a:lstStyle/>
                    <a:p>
                      <a:r>
                        <a:rPr lang="en-IN" dirty="0"/>
                        <a:t>Student's email address</a:t>
                      </a:r>
                    </a:p>
                  </a:txBody>
                  <a:tcPr anchor="ctr"/>
                </a:tc>
                <a:extLst>
                  <a:ext uri="{0D108BD9-81ED-4DB2-BD59-A6C34878D82A}">
                    <a16:rowId xmlns:a16="http://schemas.microsoft.com/office/drawing/2014/main" val="2912700428"/>
                  </a:ext>
                </a:extLst>
              </a:tr>
              <a:tr h="457993">
                <a:tc>
                  <a:txBody>
                    <a:bodyPr/>
                    <a:lstStyle/>
                    <a:p>
                      <a:r>
                        <a:rPr lang="en-IN" dirty="0"/>
                        <a:t>ph_no</a:t>
                      </a:r>
                    </a:p>
                  </a:txBody>
                  <a:tcPr/>
                </a:tc>
                <a:tc>
                  <a:txBody>
                    <a:bodyPr/>
                    <a:lstStyle/>
                    <a:p>
                      <a:r>
                        <a:rPr lang="en-US" dirty="0"/>
                        <a:t>NUMBER</a:t>
                      </a:r>
                      <a:endParaRPr lang="en-IN" dirty="0"/>
                    </a:p>
                  </a:txBody>
                  <a:tcPr anchor="ctr"/>
                </a:tc>
                <a:tc>
                  <a:txBody>
                    <a:bodyPr/>
                    <a:lstStyle/>
                    <a:p>
                      <a:r>
                        <a:rPr lang="en-US" dirty="0"/>
                        <a:t>14</a:t>
                      </a:r>
                      <a:endParaRPr lang="en-IN" dirty="0"/>
                    </a:p>
                  </a:txBody>
                  <a:tcPr anchor="ctr"/>
                </a:tc>
                <a:tc>
                  <a:txBody>
                    <a:bodyPr/>
                    <a:lstStyle/>
                    <a:p>
                      <a:r>
                        <a:rPr lang="en-US" dirty="0"/>
                        <a:t>NOT NULL</a:t>
                      </a:r>
                      <a:endParaRPr lang="en-IN" dirty="0"/>
                    </a:p>
                  </a:txBody>
                  <a:tcPr anchor="ctr"/>
                </a:tc>
                <a:tc>
                  <a:txBody>
                    <a:bodyPr/>
                    <a:lstStyle/>
                    <a:p>
                      <a:r>
                        <a:rPr lang="en-IN" dirty="0"/>
                        <a:t>Student's phone number</a:t>
                      </a:r>
                    </a:p>
                  </a:txBody>
                  <a:tcPr anchor="ctr"/>
                </a:tc>
                <a:extLst>
                  <a:ext uri="{0D108BD9-81ED-4DB2-BD59-A6C34878D82A}">
                    <a16:rowId xmlns:a16="http://schemas.microsoft.com/office/drawing/2014/main" val="1739250855"/>
                  </a:ext>
                </a:extLst>
              </a:tr>
              <a:tr h="457993">
                <a:tc>
                  <a:txBody>
                    <a:bodyPr/>
                    <a:lstStyle/>
                    <a:p>
                      <a:r>
                        <a:rPr lang="en-IN" dirty="0"/>
                        <a:t>enroll_date</a:t>
                      </a:r>
                    </a:p>
                  </a:txBody>
                  <a:tcPr anchor="ctr"/>
                </a:tc>
                <a:tc>
                  <a:txBody>
                    <a:bodyPr/>
                    <a:lstStyle/>
                    <a:p>
                      <a:r>
                        <a:rPr lang="en-IN" dirty="0"/>
                        <a:t>DATE</a:t>
                      </a:r>
                    </a:p>
                  </a:txBody>
                  <a:tcPr anchor="ctr"/>
                </a:tc>
                <a:tc>
                  <a:txBody>
                    <a:bodyPr/>
                    <a:lstStyle/>
                    <a:p>
                      <a:r>
                        <a:rPr lang="en-US" dirty="0"/>
                        <a:t>11</a:t>
                      </a:r>
                      <a:endParaRPr lang="en-IN" dirty="0"/>
                    </a:p>
                  </a:txBody>
                  <a:tcPr anchor="ctr"/>
                </a:tc>
                <a:tc>
                  <a:txBody>
                    <a:bodyPr/>
                    <a:lstStyle/>
                    <a:p>
                      <a:r>
                        <a:rPr lang="en-US" dirty="0"/>
                        <a:t>NOT NULL</a:t>
                      </a:r>
                      <a:endParaRPr lang="en-IN" dirty="0"/>
                    </a:p>
                  </a:txBody>
                  <a:tcPr anchor="ctr"/>
                </a:tc>
                <a:tc>
                  <a:txBody>
                    <a:bodyPr/>
                    <a:lstStyle/>
                    <a:p>
                      <a:r>
                        <a:rPr lang="en-US" dirty="0"/>
                        <a:t>Date when the student enrolled </a:t>
                      </a:r>
                    </a:p>
                  </a:txBody>
                  <a:tcPr anchor="ctr"/>
                </a:tc>
                <a:extLst>
                  <a:ext uri="{0D108BD9-81ED-4DB2-BD59-A6C34878D82A}">
                    <a16:rowId xmlns:a16="http://schemas.microsoft.com/office/drawing/2014/main" val="2563401291"/>
                  </a:ext>
                </a:extLst>
              </a:tr>
              <a:tr h="457993">
                <a:tc>
                  <a:txBody>
                    <a:bodyPr/>
                    <a:lstStyle/>
                    <a:p>
                      <a:r>
                        <a:rPr lang="en-IN" dirty="0"/>
                        <a:t>dpmt_id</a:t>
                      </a:r>
                    </a:p>
                  </a:txBody>
                  <a:tcPr anchor="ctr"/>
                </a:tc>
                <a:tc>
                  <a:txBody>
                    <a:bodyPr/>
                    <a:lstStyle/>
                    <a:p>
                      <a:r>
                        <a:rPr lang="en-US" dirty="0"/>
                        <a:t>V</a:t>
                      </a:r>
                      <a:r>
                        <a:rPr lang="en-IN" dirty="0"/>
                        <a:t>ARCHAR2</a:t>
                      </a:r>
                    </a:p>
                  </a:txBody>
                  <a:tcPr anchor="ctr"/>
                </a:tc>
                <a:tc>
                  <a:txBody>
                    <a:bodyPr/>
                    <a:lstStyle/>
                    <a:p>
                      <a:r>
                        <a:rPr lang="en-US" dirty="0"/>
                        <a:t>7</a:t>
                      </a:r>
                      <a:endParaRPr lang="en-IN" dirty="0"/>
                    </a:p>
                  </a:txBody>
                  <a:tcPr anchor="ctr"/>
                </a:tc>
                <a:tc>
                  <a:txBody>
                    <a:bodyPr/>
                    <a:lstStyle/>
                    <a:p>
                      <a:r>
                        <a:rPr lang="en-US" dirty="0"/>
                        <a:t>FOREIGN KEY</a:t>
                      </a:r>
                      <a:endParaRPr lang="en-IN" dirty="0"/>
                    </a:p>
                  </a:txBody>
                  <a:tcPr anchor="ctr"/>
                </a:tc>
                <a:tc>
                  <a:txBody>
                    <a:bodyPr/>
                    <a:lstStyle/>
                    <a:p>
                      <a:r>
                        <a:rPr lang="en-US" dirty="0"/>
                        <a:t>D</a:t>
                      </a:r>
                      <a:r>
                        <a:rPr lang="en-IN" dirty="0"/>
                        <a:t>EPARTMENT ID</a:t>
                      </a:r>
                    </a:p>
                  </a:txBody>
                  <a:tcPr/>
                </a:tc>
                <a:extLst>
                  <a:ext uri="{0D108BD9-81ED-4DB2-BD59-A6C34878D82A}">
                    <a16:rowId xmlns:a16="http://schemas.microsoft.com/office/drawing/2014/main" val="1927406980"/>
                  </a:ext>
                </a:extLst>
              </a:tr>
            </a:tbl>
          </a:graphicData>
        </a:graphic>
      </p:graphicFrame>
    </p:spTree>
    <p:extLst>
      <p:ext uri="{BB962C8B-B14F-4D97-AF65-F5344CB8AC3E}">
        <p14:creationId xmlns:p14="http://schemas.microsoft.com/office/powerpoint/2010/main" val="276174972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358B41-3104-709B-1A71-9646724DC137}"/>
              </a:ext>
            </a:extLst>
          </p:cNvPr>
          <p:cNvSpPr>
            <a:spLocks noGrp="1"/>
          </p:cNvSpPr>
          <p:nvPr>
            <p:ph type="title"/>
          </p:nvPr>
        </p:nvSpPr>
        <p:spPr>
          <a:xfrm>
            <a:off x="2492998" y="4918"/>
            <a:ext cx="6683478" cy="658761"/>
          </a:xfrm>
        </p:spPr>
        <p:txBody>
          <a:bodyPr>
            <a:normAutofit fontScale="90000"/>
          </a:bodyPr>
          <a:lstStyle/>
          <a:p>
            <a:pPr algn="ctr"/>
            <a:r>
              <a:rPr lang="en-US" b="1" u="sng" dirty="0">
                <a:solidFill>
                  <a:schemeClr val="bg1"/>
                </a:solidFill>
                <a:effectLst/>
                <a:latin typeface="Imprint MT Shadow" panose="04020605060303030202" pitchFamily="82" charset="0"/>
                <a:ea typeface="Times New Roman" panose="02020603050405020304" pitchFamily="18" charset="0"/>
                <a:cs typeface="Times New Roman" panose="02020603050405020304" pitchFamily="18" charset="0"/>
              </a:rPr>
              <a:t>PROJECT PLANNING</a:t>
            </a:r>
            <a:endParaRPr lang="en-IN" sz="8800" u="sng" dirty="0">
              <a:solidFill>
                <a:schemeClr val="bg1"/>
              </a:solidFill>
              <a:highlight>
                <a:srgbClr val="C0C0C0"/>
              </a:highlight>
            </a:endParaRPr>
          </a:p>
        </p:txBody>
      </p:sp>
      <p:sp>
        <p:nvSpPr>
          <p:cNvPr id="6" name="TextBox 5">
            <a:extLst>
              <a:ext uri="{FF2B5EF4-FFF2-40B4-BE49-F238E27FC236}">
                <a16:creationId xmlns:a16="http://schemas.microsoft.com/office/drawing/2014/main" id="{43354D0E-C2B1-FD01-C945-21092553E6DF}"/>
              </a:ext>
            </a:extLst>
          </p:cNvPr>
          <p:cNvSpPr txBox="1"/>
          <p:nvPr/>
        </p:nvSpPr>
        <p:spPr>
          <a:xfrm>
            <a:off x="769374" y="1101212"/>
            <a:ext cx="11009671" cy="5525729"/>
          </a:xfrm>
          <a:prstGeom prst="rect">
            <a:avLst/>
          </a:prstGeom>
          <a:noFill/>
        </p:spPr>
        <p:txBody>
          <a:bodyPr wrap="square" rtlCol="0">
            <a:spAutoFit/>
          </a:bodyPr>
          <a:lstStyle/>
          <a:p>
            <a:endParaRPr lang="en-IN" dirty="0"/>
          </a:p>
        </p:txBody>
      </p:sp>
      <p:pic>
        <p:nvPicPr>
          <p:cNvPr id="8" name="Picture 7">
            <a:extLst>
              <a:ext uri="{FF2B5EF4-FFF2-40B4-BE49-F238E27FC236}">
                <a16:creationId xmlns:a16="http://schemas.microsoft.com/office/drawing/2014/main" id="{11F79927-4FED-672E-3E29-0319F36D5BF2}"/>
              </a:ext>
            </a:extLst>
          </p:cNvPr>
          <p:cNvPicPr>
            <a:picLocks noChangeAspect="1"/>
          </p:cNvPicPr>
          <p:nvPr/>
        </p:nvPicPr>
        <p:blipFill>
          <a:blip r:embed="rId2"/>
          <a:stretch>
            <a:fillRect/>
          </a:stretch>
        </p:blipFill>
        <p:spPr>
          <a:xfrm>
            <a:off x="2033862" y="1101212"/>
            <a:ext cx="7601751" cy="5702709"/>
          </a:xfrm>
          <a:prstGeom prst="rect">
            <a:avLst/>
          </a:prstGeom>
        </p:spPr>
      </p:pic>
    </p:spTree>
    <p:extLst>
      <p:ext uri="{BB962C8B-B14F-4D97-AF65-F5344CB8AC3E}">
        <p14:creationId xmlns:p14="http://schemas.microsoft.com/office/powerpoint/2010/main" val="283769723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65F0F8F8-CB6A-AEBB-8482-0F66211FC3AE}"/>
              </a:ext>
            </a:extLst>
          </p:cNvPr>
          <p:cNvSpPr txBox="1"/>
          <p:nvPr/>
        </p:nvSpPr>
        <p:spPr>
          <a:xfrm>
            <a:off x="393283" y="1484671"/>
            <a:ext cx="5810867" cy="2000548"/>
          </a:xfrm>
          <a:prstGeom prst="rect">
            <a:avLst/>
          </a:prstGeom>
          <a:noFill/>
        </p:spPr>
        <p:txBody>
          <a:bodyPr wrap="square" rtlCol="0">
            <a:spAutoFit/>
          </a:bodyPr>
          <a:lstStyle/>
          <a:p>
            <a:pPr marL="514350" indent="-514350">
              <a:buFont typeface="+mj-lt"/>
              <a:buAutoNum type="arabicPeriod"/>
            </a:pPr>
            <a:r>
              <a:rPr lang="en-US" sz="2400" dirty="0"/>
              <a:t>Improve Reporting and analytics. </a:t>
            </a:r>
          </a:p>
          <a:p>
            <a:pPr marL="514350" indent="-514350">
              <a:buFont typeface="+mj-lt"/>
              <a:buAutoNum type="arabicPeriod"/>
            </a:pPr>
            <a:r>
              <a:rPr lang="en-US" sz="2400" dirty="0"/>
              <a:t>Library management system. </a:t>
            </a:r>
          </a:p>
          <a:p>
            <a:pPr marL="514350" indent="-514350">
              <a:buFont typeface="+mj-lt"/>
              <a:buAutoNum type="arabicPeriod"/>
            </a:pPr>
            <a:r>
              <a:rPr lang="en-US" sz="2400" dirty="0"/>
              <a:t>Enhance user interface.</a:t>
            </a:r>
            <a:endParaRPr lang="en-IN" sz="2400" dirty="0"/>
          </a:p>
          <a:p>
            <a:r>
              <a:rPr lang="en-IN" sz="2400" dirty="0"/>
              <a:t>4.   </a:t>
            </a:r>
            <a:r>
              <a:rPr lang="en-IN" sz="2400"/>
              <a:t>Hostel management.</a:t>
            </a:r>
          </a:p>
          <a:p>
            <a:endParaRPr lang="en-IN" sz="2800" dirty="0"/>
          </a:p>
        </p:txBody>
      </p:sp>
      <p:pic>
        <p:nvPicPr>
          <p:cNvPr id="6" name="Picture 5">
            <a:extLst>
              <a:ext uri="{FF2B5EF4-FFF2-40B4-BE49-F238E27FC236}">
                <a16:creationId xmlns:a16="http://schemas.microsoft.com/office/drawing/2014/main" id="{4507EB3C-3A32-4779-AE57-EE46CCFF339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398714" y="1571400"/>
            <a:ext cx="5213184" cy="4003487"/>
          </a:xfrm>
          <a:prstGeom prst="rect">
            <a:avLst/>
          </a:prstGeom>
        </p:spPr>
      </p:pic>
      <p:sp>
        <p:nvSpPr>
          <p:cNvPr id="7" name="TextBox 6">
            <a:extLst>
              <a:ext uri="{FF2B5EF4-FFF2-40B4-BE49-F238E27FC236}">
                <a16:creationId xmlns:a16="http://schemas.microsoft.com/office/drawing/2014/main" id="{566CF85E-FEEA-5086-B0E5-CD5BD7899A9C}"/>
              </a:ext>
            </a:extLst>
          </p:cNvPr>
          <p:cNvSpPr txBox="1"/>
          <p:nvPr/>
        </p:nvSpPr>
        <p:spPr>
          <a:xfrm>
            <a:off x="2605548" y="196645"/>
            <a:ext cx="7570839" cy="646331"/>
          </a:xfrm>
          <a:prstGeom prst="rect">
            <a:avLst/>
          </a:prstGeom>
          <a:noFill/>
        </p:spPr>
        <p:txBody>
          <a:bodyPr wrap="square" rtlCol="0">
            <a:spAutoFit/>
          </a:bodyPr>
          <a:lstStyle/>
          <a:p>
            <a:pPr algn="ctr"/>
            <a:r>
              <a:rPr lang="en-US" sz="3600" u="sng" dirty="0">
                <a:highlight>
                  <a:srgbClr val="C0C0C0"/>
                </a:highlight>
              </a:rPr>
              <a:t>FUTURE SCOPE OF THE PROJECT</a:t>
            </a:r>
            <a:r>
              <a:rPr lang="en-US" sz="3600" u="sng" dirty="0"/>
              <a:t> </a:t>
            </a:r>
            <a:endParaRPr lang="en-IN" sz="3600" u="sng" dirty="0"/>
          </a:p>
        </p:txBody>
      </p:sp>
    </p:spTree>
    <p:extLst>
      <p:ext uri="{BB962C8B-B14F-4D97-AF65-F5344CB8AC3E}">
        <p14:creationId xmlns:p14="http://schemas.microsoft.com/office/powerpoint/2010/main" val="353640045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blipFill dpi="0" rotWithShape="1">
          <a:blip r:embed="rId2">
            <a:lum/>
            <a:extLst>
              <a:ext uri="{837473B0-CC2E-450A-ABE3-18F120FF3D39}">
                <a1611:picAttrSrcUrl xmlns:a1611="http://schemas.microsoft.com/office/drawing/2016/11/main" r:id="rId3"/>
              </a:ext>
            </a:extLst>
          </a:blip>
          <a:srcRect/>
          <a:stretch>
            <a:fillRect t="-9000" b="-9000"/>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517852871"/>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Quotable">
  <a:themeElements>
    <a:clrScheme name="Quotable">
      <a:dk1>
        <a:sysClr val="windowText" lastClr="000000"/>
      </a:dk1>
      <a:lt1>
        <a:sysClr val="window" lastClr="FFFFFF"/>
      </a:lt1>
      <a:dk2>
        <a:srgbClr val="212121"/>
      </a:dk2>
      <a:lt2>
        <a:srgbClr val="636363"/>
      </a:lt2>
      <a:accent1>
        <a:srgbClr val="00C6BB"/>
      </a:accent1>
      <a:accent2>
        <a:srgbClr val="6FEBA0"/>
      </a:accent2>
      <a:accent3>
        <a:srgbClr val="B6DF5E"/>
      </a:accent3>
      <a:accent4>
        <a:srgbClr val="EFB251"/>
      </a:accent4>
      <a:accent5>
        <a:srgbClr val="EF755F"/>
      </a:accent5>
      <a:accent6>
        <a:srgbClr val="ED515C"/>
      </a:accent6>
      <a:hlink>
        <a:srgbClr val="8F8F8F"/>
      </a:hlink>
      <a:folHlink>
        <a:srgbClr val="A5A5A5"/>
      </a:folHlink>
    </a:clrScheme>
    <a:fontScheme name="Quotable">
      <a:majorFont>
        <a:latin typeface="Century Gothic" panose="020B0502020202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Quotable">
      <a:fillStyleLst>
        <a:solidFill>
          <a:schemeClr val="phClr"/>
        </a:solidFill>
        <a:gradFill rotWithShape="1">
          <a:gsLst>
            <a:gs pos="0">
              <a:schemeClr val="phClr">
                <a:tint val="80000"/>
                <a:lumMod val="105000"/>
              </a:schemeClr>
            </a:gs>
            <a:gs pos="100000">
              <a:schemeClr val="phClr">
                <a:tint val="90000"/>
              </a:schemeClr>
            </a:gs>
          </a:gsLst>
          <a:lin ang="5400000" scaled="0"/>
        </a:gradFill>
        <a:blipFill rotWithShape="1">
          <a:blip xmlns:r="http://schemas.openxmlformats.org/officeDocument/2006/relationships" r:embed="rId1">
            <a:duotone>
              <a:schemeClr val="phClr">
                <a:tint val="98000"/>
                <a:lumMod val="102000"/>
              </a:schemeClr>
              <a:schemeClr val="phClr">
                <a:shade val="98000"/>
                <a:lumMod val="98000"/>
              </a:schemeClr>
            </a:duotone>
          </a:blip>
          <a:tile tx="0" ty="0" sx="100000" sy="100000" flip="none" algn="tl"/>
        </a:blipFill>
      </a:fillStyleLst>
      <a:lnStyleLst>
        <a:ln w="9525" cap="rnd" cmpd="sng" algn="ctr">
          <a:solidFill>
            <a:schemeClr val="phClr"/>
          </a:solidFill>
          <a:prstDash val="solid"/>
        </a:ln>
        <a:ln w="15875" cap="rnd" cmpd="sng" algn="ctr">
          <a:solidFill>
            <a:schemeClr val="phClr"/>
          </a:solidFill>
          <a:prstDash val="solid"/>
        </a:ln>
        <a:ln w="25400" cap="rnd" cmpd="sng" algn="ctr">
          <a:solidFill>
            <a:schemeClr val="phClr"/>
          </a:solidFill>
          <a:prstDash val="solid"/>
        </a:ln>
      </a:lnStyleLst>
      <a:effectStyleLst>
        <a:effectStyle>
          <a:effectLst/>
        </a:effectStyle>
        <a:effectStyle>
          <a:effectLst/>
        </a:effectStyle>
        <a:effectStyle>
          <a:effectLst>
            <a:innerShdw blurRad="63500" dist="25400" dir="13500000">
              <a:srgbClr val="000000">
                <a:alpha val="75000"/>
              </a:srgbClr>
            </a:innerShdw>
          </a:effectLst>
        </a:effectStyle>
      </a:effectStyleLst>
      <a:bgFillStyleLst>
        <a:solidFill>
          <a:schemeClr val="phClr"/>
        </a:solidFill>
        <a:gradFill rotWithShape="1">
          <a:gsLst>
            <a:gs pos="0">
              <a:schemeClr val="phClr">
                <a:tint val="100000"/>
              </a:schemeClr>
            </a:gs>
            <a:gs pos="100000">
              <a:schemeClr val="phClr">
                <a:tint val="84000"/>
                <a:shade val="84000"/>
                <a:lumMod val="90000"/>
              </a:schemeClr>
            </a:gs>
          </a:gsLst>
          <a:lin ang="5400000" scaled="0"/>
        </a:gradFill>
        <a:gradFill rotWithShape="1">
          <a:gsLst>
            <a:gs pos="0">
              <a:schemeClr val="phClr">
                <a:tint val="84000"/>
                <a:shade val="90000"/>
                <a:satMod val="120000"/>
                <a:lumMod val="90000"/>
              </a:schemeClr>
            </a:gs>
            <a:gs pos="100000">
              <a:schemeClr val="phClr"/>
            </a:gs>
          </a:gsLst>
          <a:lin ang="5400000" scaled="0"/>
        </a:gradFill>
      </a:bgFillStyleLst>
    </a:fmtScheme>
  </a:themeElements>
  <a:objectDefaults/>
  <a:extraClrSchemeLst/>
  <a:extLst>
    <a:ext uri="{05A4C25C-085E-4340-85A3-A5531E510DB2}">
      <thm15:themeFamily xmlns:thm15="http://schemas.microsoft.com/office/thememl/2012/main" name="Quotable" id="{39EC5628-30ED-4578-ACD8-9820EDB8E15A}" vid="{6F3559E9-1A4C-49D8-94D4-F41003531C49}"/>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TM03457503[[fn=Quotable]]</Template>
  <TotalTime>1357</TotalTime>
  <Words>1791</Words>
  <Application>Microsoft Office PowerPoint</Application>
  <PresentationFormat>Widescreen</PresentationFormat>
  <Paragraphs>289</Paragraphs>
  <Slides>22</Slides>
  <Notes>2</Notes>
  <HiddenSlides>0</HiddenSlides>
  <MMClips>0</MMClips>
  <ScaleCrop>false</ScaleCrop>
  <HeadingPairs>
    <vt:vector size="6" baseType="variant">
      <vt:variant>
        <vt:lpstr>Fonts Used</vt:lpstr>
      </vt:variant>
      <vt:variant>
        <vt:i4>11</vt:i4>
      </vt:variant>
      <vt:variant>
        <vt:lpstr>Theme</vt:lpstr>
      </vt:variant>
      <vt:variant>
        <vt:i4>1</vt:i4>
      </vt:variant>
      <vt:variant>
        <vt:lpstr>Slide Titles</vt:lpstr>
      </vt:variant>
      <vt:variant>
        <vt:i4>22</vt:i4>
      </vt:variant>
    </vt:vector>
  </HeadingPairs>
  <TitlesOfParts>
    <vt:vector size="34" baseType="lpstr">
      <vt:lpstr>Aptos</vt:lpstr>
      <vt:lpstr>Arial</vt:lpstr>
      <vt:lpstr>Bahnschrift Light Condensed</vt:lpstr>
      <vt:lpstr>Calibri</vt:lpstr>
      <vt:lpstr>Century Gothic</vt:lpstr>
      <vt:lpstr>Century Schoolbook</vt:lpstr>
      <vt:lpstr>Imprint MT Shadow</vt:lpstr>
      <vt:lpstr>Symbol</vt:lpstr>
      <vt:lpstr>Times New Roman</vt:lpstr>
      <vt:lpstr>Wingdings</vt:lpstr>
      <vt:lpstr>Wingdings 2</vt:lpstr>
      <vt:lpstr>Quotable</vt:lpstr>
      <vt:lpstr>  RJS BUSINESS COLLEGE</vt:lpstr>
      <vt:lpstr>INTRODUCTION   </vt:lpstr>
      <vt:lpstr>PowerPoint Presentation</vt:lpstr>
      <vt:lpstr>STATEMENT</vt:lpstr>
      <vt:lpstr>LIMITATION OF THE EXISTING SYSTEM</vt:lpstr>
      <vt:lpstr>PowerPoint Presentation</vt:lpstr>
      <vt:lpstr>Objective Of  The Project</vt:lpstr>
      <vt:lpstr>PowerPoint Presentation</vt:lpstr>
      <vt:lpstr>MODULE DESCRIPTION</vt:lpstr>
      <vt:lpstr>1. COURSE MANAGEMENT MODULE </vt:lpstr>
      <vt:lpstr>PowerPoint Presentation</vt:lpstr>
      <vt:lpstr>Input  file name-Department_details. Output  file name- Building_details. 3. Admission Module This module is designed to streamline the admission process for new students. Sub-Modules:    </vt:lpstr>
      <vt:lpstr>4. Student Management Module This module automates the management of student data and related tasks. Sub-Modules:  </vt:lpstr>
      <vt:lpstr>PowerPoint Presentation</vt:lpstr>
      <vt:lpstr>PowerPoint Presentation</vt:lpstr>
      <vt:lpstr>PowerPoint Presentation</vt:lpstr>
      <vt:lpstr>PowerPoint Presentation</vt:lpstr>
      <vt:lpstr>PowerPoint Presentation</vt:lpstr>
      <vt:lpstr>PowerPoint Presentation</vt:lpstr>
      <vt:lpstr>PROJECT PLANNING</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Priyanshu Raj</dc:creator>
  <cp:lastModifiedBy>Shivam Kumar</cp:lastModifiedBy>
  <cp:revision>23</cp:revision>
  <dcterms:created xsi:type="dcterms:W3CDTF">2024-11-25T18:18:30Z</dcterms:created>
  <dcterms:modified xsi:type="dcterms:W3CDTF">2026-07-02T09:58:51Z</dcterms:modified>
</cp:coreProperties>
</file>